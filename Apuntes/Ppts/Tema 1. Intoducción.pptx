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9144000"/>
  <p:notesSz cx="7099300" cy="10234600"/>
  <p:embeddedFontLst>
    <p:embeddedFont>
      <p:font typeface="Inter SemiBold"/>
      <p:regular r:id="rId36"/>
      <p:bold r:id="rId37"/>
      <p:italic r:id="rId38"/>
      <p:boldItalic r:id="rId39"/>
    </p:embeddedFont>
    <p:embeddedFont>
      <p:font typeface="Inter"/>
      <p:regular r:id="rId40"/>
      <p:bold r:id="rId41"/>
      <p:italic r:id="rId42"/>
      <p:boldItalic r:id="rId43"/>
    </p:embeddedFont>
    <p:embeddedFont>
      <p:font typeface="Inter Medium"/>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5C0671-1DD5-4531-88BC-3A0467856B44}">
  <a:tblStyle styleId="{375C0671-1DD5-4531-88BC-3A0467856B4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Inter-regular.fntdata"/><Relationship Id="rId20" Type="http://schemas.openxmlformats.org/officeDocument/2006/relationships/slide" Target="slides/slide15.xml"/><Relationship Id="rId42" Type="http://schemas.openxmlformats.org/officeDocument/2006/relationships/font" Target="fonts/Inter-italic.fntdata"/><Relationship Id="rId41" Type="http://schemas.openxmlformats.org/officeDocument/2006/relationships/font" Target="fonts/Inter-bold.fntdata"/><Relationship Id="rId22" Type="http://schemas.openxmlformats.org/officeDocument/2006/relationships/slide" Target="slides/slide17.xml"/><Relationship Id="rId44" Type="http://schemas.openxmlformats.org/officeDocument/2006/relationships/font" Target="fonts/InterMedium-regular.fntdata"/><Relationship Id="rId21" Type="http://schemas.openxmlformats.org/officeDocument/2006/relationships/slide" Target="slides/slide16.xml"/><Relationship Id="rId43" Type="http://schemas.openxmlformats.org/officeDocument/2006/relationships/font" Target="fonts/Inter-boldItalic.fntdata"/><Relationship Id="rId24" Type="http://schemas.openxmlformats.org/officeDocument/2006/relationships/slide" Target="slides/slide19.xml"/><Relationship Id="rId46" Type="http://schemas.openxmlformats.org/officeDocument/2006/relationships/font" Target="fonts/InterMedium-italic.fntdata"/><Relationship Id="rId23" Type="http://schemas.openxmlformats.org/officeDocument/2006/relationships/slide" Target="slides/slide18.xml"/><Relationship Id="rId45" Type="http://schemas.openxmlformats.org/officeDocument/2006/relationships/font" Target="fonts/InterMedium-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InterMedium-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InterSemiBold-bold.fntdata"/><Relationship Id="rId14" Type="http://schemas.openxmlformats.org/officeDocument/2006/relationships/slide" Target="slides/slide9.xml"/><Relationship Id="rId36" Type="http://schemas.openxmlformats.org/officeDocument/2006/relationships/font" Target="fonts/InterSemiBold-regular.fntdata"/><Relationship Id="rId17" Type="http://schemas.openxmlformats.org/officeDocument/2006/relationships/slide" Target="slides/slide12.xml"/><Relationship Id="rId39" Type="http://schemas.openxmlformats.org/officeDocument/2006/relationships/font" Target="fonts/InterSemiBold-boldItalic.fntdata"/><Relationship Id="rId16" Type="http://schemas.openxmlformats.org/officeDocument/2006/relationships/slide" Target="slides/slide11.xml"/><Relationship Id="rId38" Type="http://schemas.openxmlformats.org/officeDocument/2006/relationships/font" Target="fonts/InterSemi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nvSpPr>
        <p:spPr>
          <a:xfrm>
            <a:off x="0" y="0"/>
            <a:ext cx="7099300" cy="10234612"/>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4" name="Google Shape;4;n"/>
          <p:cNvSpPr txBox="1"/>
          <p:nvPr>
            <p:ph idx="2" type="hdr"/>
          </p:nvPr>
        </p:nvSpPr>
        <p:spPr>
          <a:xfrm>
            <a:off x="0" y="0"/>
            <a:ext cx="3076575" cy="509587"/>
          </a:xfrm>
          <a:prstGeom prst="rect">
            <a:avLst/>
          </a:prstGeom>
          <a:noFill/>
          <a:ln>
            <a:noFill/>
          </a:ln>
        </p:spPr>
        <p:txBody>
          <a:bodyPr anchorCtr="0" anchor="t" bIns="91425" lIns="91425" spcFirstLastPara="1" rIns="91425" wrap="square" tIns="91425">
            <a:noAutofit/>
          </a:bodyPr>
          <a:lstStyle>
            <a:lvl1pPr indent="-88900" lvl="0" marL="0" marR="0" rtl="0" algn="l">
              <a:spcBef>
                <a:spcPts val="0"/>
              </a:spcBef>
              <a:spcAft>
                <a:spcPts val="0"/>
              </a:spcAft>
              <a:buSzPts val="1400"/>
              <a:buChar char="●"/>
              <a:defRPr b="0" i="0" sz="1200" u="none" cap="none" strike="noStrike">
                <a:latin typeface="Times New Roman"/>
                <a:ea typeface="Times New Roman"/>
                <a:cs typeface="Times New Roman"/>
                <a:sym typeface="Times New Roman"/>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 name="Google Shape;5;n"/>
          <p:cNvSpPr txBox="1"/>
          <p:nvPr>
            <p:ph idx="10" type="dt"/>
          </p:nvPr>
        </p:nvSpPr>
        <p:spPr>
          <a:xfrm>
            <a:off x="4021137" y="0"/>
            <a:ext cx="3076575" cy="509587"/>
          </a:xfrm>
          <a:prstGeom prst="rect">
            <a:avLst/>
          </a:prstGeom>
          <a:noFill/>
          <a:ln>
            <a:noFill/>
          </a:ln>
        </p:spPr>
        <p:txBody>
          <a:bodyPr anchorCtr="0" anchor="t" bIns="91425" lIns="91425" spcFirstLastPara="1" rIns="91425" wrap="square" tIns="91425">
            <a:noAutofit/>
          </a:bodyPr>
          <a:lstStyle>
            <a:lvl1pPr indent="-88900" lvl="0" marL="0" marR="0" rtl="0" algn="r">
              <a:spcBef>
                <a:spcPts val="0"/>
              </a:spcBef>
              <a:spcAft>
                <a:spcPts val="0"/>
              </a:spcAft>
              <a:buSzPts val="1400"/>
              <a:buChar char="●"/>
              <a:defRPr b="0" i="0" sz="1200" u="none" cap="none" strike="noStrike">
                <a:latin typeface="Times New Roman"/>
                <a:ea typeface="Times New Roman"/>
                <a:cs typeface="Times New Roman"/>
                <a:sym typeface="Times New Roman"/>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6" name="Google Shape;6;n"/>
          <p:cNvSpPr/>
          <p:nvPr>
            <p:ph idx="3" type="sldImg"/>
          </p:nvPr>
        </p:nvSpPr>
        <p:spPr>
          <a:xfrm>
            <a:off x="993775" y="768350"/>
            <a:ext cx="5113337" cy="3835400"/>
          </a:xfrm>
          <a:custGeom>
            <a:rect b="b" l="l" r="r" t="t"/>
            <a:pathLst>
              <a:path extrusionOk="0" h="120000" w="120000">
                <a:moveTo>
                  <a:pt x="0" y="0"/>
                </a:moveTo>
                <a:lnTo>
                  <a:pt x="120000" y="0"/>
                </a:lnTo>
                <a:lnTo>
                  <a:pt x="120000" y="120000"/>
                </a:lnTo>
                <a:lnTo>
                  <a:pt x="0" y="120000"/>
                </a:lnTo>
                <a:close/>
              </a:path>
            </a:pathLst>
          </a:custGeom>
          <a:solidFill>
            <a:srgbClr val="FFFFFF"/>
          </a:solidFill>
          <a:ln cap="rnd" cmpd="sng" w="9525">
            <a:solidFill>
              <a:srgbClr val="000000"/>
            </a:solidFill>
            <a:prstDash val="solid"/>
            <a:miter lim="8000"/>
            <a:headEnd len="sm" w="sm" type="none"/>
            <a:tailEnd len="sm" w="sm" type="none"/>
          </a:ln>
        </p:spPr>
      </p:sp>
      <p:sp>
        <p:nvSpPr>
          <p:cNvPr id="7" name="Google Shape;7;n"/>
          <p:cNvSpPr txBox="1"/>
          <p:nvPr>
            <p:ph idx="1" type="body"/>
          </p:nvPr>
        </p:nvSpPr>
        <p:spPr>
          <a:xfrm>
            <a:off x="709612" y="4862512"/>
            <a:ext cx="5680075" cy="460375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 name="Google Shape;8;n"/>
          <p:cNvSpPr txBox="1"/>
          <p:nvPr>
            <p:ph idx="11" type="ftr"/>
          </p:nvPr>
        </p:nvSpPr>
        <p:spPr>
          <a:xfrm>
            <a:off x="0" y="9721850"/>
            <a:ext cx="3076575" cy="509587"/>
          </a:xfrm>
          <a:prstGeom prst="rect">
            <a:avLst/>
          </a:prstGeom>
          <a:noFill/>
          <a:ln>
            <a:noFill/>
          </a:ln>
        </p:spPr>
        <p:txBody>
          <a:bodyPr anchorCtr="0" anchor="b" bIns="91425" lIns="91425" spcFirstLastPara="1" rIns="91425" wrap="square" tIns="91425">
            <a:noAutofit/>
          </a:bodyPr>
          <a:lstStyle>
            <a:lvl1pPr indent="-88900" lvl="0" marL="0" marR="0" rtl="0" algn="l">
              <a:spcBef>
                <a:spcPts val="0"/>
              </a:spcBef>
              <a:spcAft>
                <a:spcPts val="0"/>
              </a:spcAft>
              <a:buSzPts val="1400"/>
              <a:buChar char="●"/>
              <a:defRPr b="0" i="0" sz="1200" u="none" cap="none" strike="noStrike">
                <a:latin typeface="Times New Roman"/>
                <a:ea typeface="Times New Roman"/>
                <a:cs typeface="Times New Roman"/>
                <a:sym typeface="Times New Roman"/>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9" name="Google Shape;9;n"/>
          <p:cNvSpPr txBox="1"/>
          <p:nvPr>
            <p:ph idx="12" type="sldNum"/>
          </p:nvPr>
        </p:nvSpPr>
        <p:spPr>
          <a:xfrm>
            <a:off x="4021137" y="9721850"/>
            <a:ext cx="3076575" cy="509587"/>
          </a:xfrm>
          <a:prstGeom prst="rect">
            <a:avLst/>
          </a:prstGeom>
          <a:noFill/>
          <a:ln>
            <a:noFill/>
          </a:ln>
        </p:spPr>
        <p:txBody>
          <a:bodyPr anchorCtr="0" anchor="b" bIns="91425" lIns="91425" spcFirstLastPara="1" rIns="91425" wrap="square" tIns="91425">
            <a:noAutofit/>
          </a:bodyPr>
          <a:lstStyle/>
          <a:p>
            <a:pPr indent="-88900" lvl="0" marL="0" marR="0" rtl="0" algn="r">
              <a:spcBef>
                <a:spcPts val="0"/>
              </a:spcBef>
              <a:spcAft>
                <a:spcPts val="0"/>
              </a:spcAft>
              <a:buSzPts val="1400"/>
              <a:buChar char="●"/>
            </a:pPr>
            <a:r>
              <a:t/>
            </a:r>
            <a:endParaRPr b="0" i="0" sz="1200" u="none" cap="none" strike="noStrike">
              <a:latin typeface="Times New Roman"/>
              <a:ea typeface="Times New Roman"/>
              <a:cs typeface="Times New Roman"/>
              <a:sym typeface="Times New Roman"/>
            </a:endParaRPr>
          </a:p>
          <a:p>
            <a:pPr indent="-88900" lvl="1" marL="0" rtl="0" algn="l">
              <a:spcBef>
                <a:spcPts val="0"/>
              </a:spcBef>
              <a:spcAft>
                <a:spcPts val="0"/>
              </a:spcAft>
              <a:buSzPts val="1400"/>
              <a:buChar char="○"/>
            </a:pPr>
            <a:r>
              <a:t/>
            </a:r>
            <a:endParaRPr/>
          </a:p>
          <a:p>
            <a:pPr indent="-88900" lvl="2" marL="0" rtl="0" algn="l">
              <a:spcBef>
                <a:spcPts val="0"/>
              </a:spcBef>
              <a:spcAft>
                <a:spcPts val="0"/>
              </a:spcAft>
              <a:buSzPts val="1400"/>
              <a:buChar char="■"/>
            </a:pPr>
            <a:r>
              <a:t/>
            </a:r>
            <a:endParaRPr/>
          </a:p>
          <a:p>
            <a:pPr indent="-88900" lvl="3" marL="0" rtl="0" algn="l">
              <a:spcBef>
                <a:spcPts val="0"/>
              </a:spcBef>
              <a:spcAft>
                <a:spcPts val="0"/>
              </a:spcAft>
              <a:buSzPts val="1400"/>
              <a:buChar char="●"/>
            </a:pPr>
            <a:r>
              <a:t/>
            </a:r>
            <a:endParaRPr/>
          </a:p>
          <a:p>
            <a:pPr indent="-88900" lvl="4" marL="0" rtl="0" algn="l">
              <a:spcBef>
                <a:spcPts val="0"/>
              </a:spcBef>
              <a:spcAft>
                <a:spcPts val="0"/>
              </a:spcAft>
              <a:buSzPts val="1400"/>
              <a:buChar char="○"/>
            </a:pPr>
            <a:r>
              <a:t/>
            </a:r>
            <a:endParaRPr/>
          </a:p>
          <a:p>
            <a:pPr indent="-88900" lvl="5" marL="0" rtl="0" algn="l">
              <a:spcBef>
                <a:spcPts val="0"/>
              </a:spcBef>
              <a:spcAft>
                <a:spcPts val="0"/>
              </a:spcAft>
              <a:buSzPts val="1400"/>
              <a:buChar char="■"/>
            </a:pPr>
            <a:r>
              <a:t/>
            </a:r>
            <a:endParaRPr/>
          </a:p>
          <a:p>
            <a:pPr indent="-88900" lvl="6" marL="0" rtl="0" algn="l">
              <a:spcBef>
                <a:spcPts val="0"/>
              </a:spcBef>
              <a:spcAft>
                <a:spcPts val="0"/>
              </a:spcAft>
              <a:buSzPts val="1400"/>
              <a:buChar char="●"/>
            </a:pPr>
            <a:r>
              <a:t/>
            </a:r>
            <a:endParaRPr/>
          </a:p>
          <a:p>
            <a:pPr indent="-88900" lvl="7" marL="0" rtl="0" algn="l">
              <a:spcBef>
                <a:spcPts val="0"/>
              </a:spcBef>
              <a:spcAft>
                <a:spcPts val="0"/>
              </a:spcAft>
              <a:buSzPts val="1400"/>
              <a:buChar char="○"/>
            </a:pPr>
            <a:r>
              <a:t/>
            </a:r>
            <a:endParaRPr/>
          </a:p>
          <a:p>
            <a:pPr indent="-88900" lvl="8" marL="0" rtl="0" algn="l">
              <a:spcBef>
                <a:spcPts val="0"/>
              </a:spcBef>
              <a:spcAft>
                <a:spcPts val="0"/>
              </a:spcAft>
              <a:buSzPts val="1400"/>
              <a:buChar char="■"/>
            </a:pPr>
            <a:r>
              <a:t/>
            </a: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g9a86105645_31_2:notes"/>
          <p:cNvSpPr/>
          <p:nvPr/>
        </p:nvSpPr>
        <p:spPr>
          <a:xfrm>
            <a:off x="973137" y="768350"/>
            <a:ext cx="5156100" cy="3837000"/>
          </a:xfrm>
          <a:prstGeom prst="rect">
            <a:avLst/>
          </a:prstGeom>
          <a:solidFill>
            <a:srgbClr val="FFFFFF"/>
          </a:solid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g9a86105645_31_2:notes"/>
          <p:cNvSpPr txBox="1"/>
          <p:nvPr/>
        </p:nvSpPr>
        <p:spPr>
          <a:xfrm>
            <a:off x="709612" y="4862512"/>
            <a:ext cx="5681700" cy="4605300"/>
          </a:xfrm>
          <a:prstGeom prst="rect">
            <a:avLst/>
          </a:prstGeom>
          <a:noFill/>
          <a:ln>
            <a:noFill/>
          </a:ln>
        </p:spPr>
        <p:txBody>
          <a:bodyPr anchorCtr="0" anchor="ctr" bIns="47525" lIns="95075" spcFirstLastPara="1" rIns="95075" wrap="square" tIns="47525">
            <a:noAutofit/>
          </a:bodyPr>
          <a:lstStyle/>
          <a:p>
            <a:pPr indent="0" lvl="0" marL="0" rtl="0" algn="l">
              <a:spcBef>
                <a:spcPts val="0"/>
              </a:spcBef>
              <a:spcAft>
                <a:spcPts val="0"/>
              </a:spcAft>
              <a:buNone/>
            </a:pPr>
            <a:r>
              <a:t/>
            </a:r>
            <a:endParaRPr/>
          </a:p>
        </p:txBody>
      </p:sp>
      <p:sp>
        <p:nvSpPr>
          <p:cNvPr id="47" name="Google Shape;47;g9a86105645_31_2: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g9a86105645_31_2: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0968df0667_0_0: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56" name="Google Shape;56;g30968df0667_0_0: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70217524ed_1_37:notes"/>
          <p:cNvSpPr/>
          <p:nvPr/>
        </p:nvSpPr>
        <p:spPr>
          <a:xfrm>
            <a:off x="973137" y="768350"/>
            <a:ext cx="5156100" cy="3837000"/>
          </a:xfrm>
          <a:prstGeom prst="rect">
            <a:avLst/>
          </a:prstGeom>
          <a:solidFill>
            <a:srgbClr val="FFFFFF"/>
          </a:solid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g370217524ed_1_37:notes"/>
          <p:cNvSpPr txBox="1"/>
          <p:nvPr/>
        </p:nvSpPr>
        <p:spPr>
          <a:xfrm>
            <a:off x="709612" y="4862512"/>
            <a:ext cx="5681700" cy="4605300"/>
          </a:xfrm>
          <a:prstGeom prst="rect">
            <a:avLst/>
          </a:prstGeom>
          <a:noFill/>
          <a:ln>
            <a:noFill/>
          </a:ln>
        </p:spPr>
        <p:txBody>
          <a:bodyPr anchorCtr="0" anchor="ctr" bIns="47525" lIns="95075" spcFirstLastPara="1" rIns="95075" wrap="square" tIns="47525">
            <a:noAutofit/>
          </a:bodyPr>
          <a:lstStyle/>
          <a:p>
            <a:pPr indent="0" lvl="0" marL="0" rtl="0" algn="l">
              <a:spcBef>
                <a:spcPts val="0"/>
              </a:spcBef>
              <a:spcAft>
                <a:spcPts val="0"/>
              </a:spcAft>
              <a:buNone/>
            </a:pPr>
            <a:r>
              <a:t/>
            </a:r>
            <a:endParaRPr/>
          </a:p>
        </p:txBody>
      </p:sp>
      <p:sp>
        <p:nvSpPr>
          <p:cNvPr id="64" name="Google Shape;64;g370217524ed_1_37: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g370217524ed_1_37: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70217524ed_1_7: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73" name="Google Shape;73;g370217524ed_1_7: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70217524ed_1_13: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80" name="Google Shape;80;g370217524ed_1_13: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70433e04c9_2_16: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70433e04c9_2_16: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70433e04c9_1_7: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70433e04c9_1_7: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70433e04c9_2_53: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70433e04c9_2_53: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70433e04c9_2_80: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70433e04c9_2_80: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706b8ac18b_0_1: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706b8ac18b_0_1: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06b8ac18b_0_57: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706b8ac18b_0_57: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706b8ac18b_0_115: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706b8ac18b_0_115: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70217524ed_1_46:notes"/>
          <p:cNvSpPr/>
          <p:nvPr/>
        </p:nvSpPr>
        <p:spPr>
          <a:xfrm>
            <a:off x="973137" y="768350"/>
            <a:ext cx="5156100" cy="3837000"/>
          </a:xfrm>
          <a:prstGeom prst="rect">
            <a:avLst/>
          </a:prstGeom>
          <a:solidFill>
            <a:srgbClr val="FFFFFF"/>
          </a:solid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g370217524ed_1_46:notes"/>
          <p:cNvSpPr txBox="1"/>
          <p:nvPr/>
        </p:nvSpPr>
        <p:spPr>
          <a:xfrm>
            <a:off x="709612" y="4862512"/>
            <a:ext cx="5681700" cy="4605300"/>
          </a:xfrm>
          <a:prstGeom prst="rect">
            <a:avLst/>
          </a:prstGeom>
          <a:noFill/>
          <a:ln>
            <a:noFill/>
          </a:ln>
        </p:spPr>
        <p:txBody>
          <a:bodyPr anchorCtr="0" anchor="ctr" bIns="47525" lIns="95075" spcFirstLastPara="1" rIns="95075" wrap="square" tIns="47525">
            <a:noAutofit/>
          </a:bodyPr>
          <a:lstStyle/>
          <a:p>
            <a:pPr indent="0" lvl="0" marL="0" rtl="0" algn="l">
              <a:spcBef>
                <a:spcPts val="0"/>
              </a:spcBef>
              <a:spcAft>
                <a:spcPts val="0"/>
              </a:spcAft>
              <a:buNone/>
            </a:pPr>
            <a:r>
              <a:t/>
            </a:r>
            <a:endParaRPr/>
          </a:p>
        </p:txBody>
      </p:sp>
      <p:sp>
        <p:nvSpPr>
          <p:cNvPr id="266" name="Google Shape;266;g370217524ed_1_46: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70217524ed_1_46: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6f42de135f_0_28: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6f42de135f_0_28: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6f42de135f_0_8: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6f42de135f_0_8: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6f42de135f_0_41: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6f42de135f_0_41: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6f42de135f_0_50: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6f42de135f_0_50: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6f42de135f_0_63: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6f42de135f_0_63: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6f42de135f_0_73: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6f42de135f_0_73: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6f42de135f_0_122: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6f42de135f_0_122: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6f42de135f_0_157: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6f42de135f_0_157: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70217524ed_1_55:notes"/>
          <p:cNvSpPr/>
          <p:nvPr/>
        </p:nvSpPr>
        <p:spPr>
          <a:xfrm>
            <a:off x="973137" y="768350"/>
            <a:ext cx="5156100" cy="3837000"/>
          </a:xfrm>
          <a:prstGeom prst="rect">
            <a:avLst/>
          </a:prstGeom>
          <a:solidFill>
            <a:srgbClr val="FFFFFF"/>
          </a:solid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g370217524ed_1_55:notes"/>
          <p:cNvSpPr txBox="1"/>
          <p:nvPr/>
        </p:nvSpPr>
        <p:spPr>
          <a:xfrm>
            <a:off x="709612" y="4862512"/>
            <a:ext cx="5681700" cy="4605300"/>
          </a:xfrm>
          <a:prstGeom prst="rect">
            <a:avLst/>
          </a:prstGeom>
          <a:noFill/>
          <a:ln>
            <a:noFill/>
          </a:ln>
        </p:spPr>
        <p:txBody>
          <a:bodyPr anchorCtr="0" anchor="ctr" bIns="47525" lIns="95075" spcFirstLastPara="1" rIns="95075" wrap="square" tIns="47525">
            <a:noAutofit/>
          </a:bodyPr>
          <a:lstStyle/>
          <a:p>
            <a:pPr indent="0" lvl="0" marL="0" rtl="0" algn="l">
              <a:spcBef>
                <a:spcPts val="0"/>
              </a:spcBef>
              <a:spcAft>
                <a:spcPts val="0"/>
              </a:spcAft>
              <a:buNone/>
            </a:pPr>
            <a:r>
              <a:t/>
            </a:r>
            <a:endParaRPr/>
          </a:p>
        </p:txBody>
      </p:sp>
      <p:sp>
        <p:nvSpPr>
          <p:cNvPr id="386" name="Google Shape;386;g370217524ed_1_55: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370217524ed_1_55: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6f42de135f_0_179: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6f42de135f_0_179: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6f42de135f_0_198: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6f42de135f_0_198: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6f42de135f_0_207: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6f42de135f_0_207: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6f42de135f_0_235: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6f42de135f_0_235: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6f42de135f_0_262: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6f42de135f_0_262: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6f42de135f_0_358: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6f42de135f_0_358: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7e1a50343d_0_0: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7e1a50343d_0_0: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6f42de135f_0_341:notes"/>
          <p:cNvSpPr/>
          <p:nvPr>
            <p:ph idx="2" type="sldImg"/>
          </p:nvPr>
        </p:nvSpPr>
        <p:spPr>
          <a:xfrm>
            <a:off x="993775" y="768350"/>
            <a:ext cx="5113200" cy="38355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6f42de135f_0_341:notes"/>
          <p:cNvSpPr txBox="1"/>
          <p:nvPr>
            <p:ph idx="1" type="body"/>
          </p:nvPr>
        </p:nvSpPr>
        <p:spPr>
          <a:xfrm>
            <a:off x="709612" y="4862512"/>
            <a:ext cx="5680200" cy="460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685800" y="2111123"/>
            <a:ext cx="7772400" cy="15465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1pPr>
            <a:lvl2pPr lvl="1"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2pPr>
            <a:lvl3pPr lvl="2"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3pPr>
            <a:lvl4pPr lvl="3"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4pPr>
            <a:lvl5pPr lvl="4"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5pPr>
            <a:lvl6pPr lvl="5"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6pPr>
            <a:lvl7pPr lvl="6"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7pPr>
            <a:lvl8pPr lvl="7"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8pPr>
            <a:lvl9pPr lvl="8" rtl="0" algn="ctr">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9pPr>
          </a:lstStyle>
          <a:p/>
        </p:txBody>
      </p:sp>
      <p:sp>
        <p:nvSpPr>
          <p:cNvPr id="15" name="Google Shape;15;p2"/>
          <p:cNvSpPr txBox="1"/>
          <p:nvPr>
            <p:ph idx="1" type="subTitle"/>
          </p:nvPr>
        </p:nvSpPr>
        <p:spPr>
          <a:xfrm>
            <a:off x="685800" y="3786738"/>
            <a:ext cx="7772400" cy="10464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1pPr>
            <a:lvl2pPr lvl="1"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2pPr>
            <a:lvl3pPr lvl="2"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3pPr>
            <a:lvl4pPr lvl="3"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4pPr>
            <a:lvl5pPr lvl="4"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5pPr>
            <a:lvl6pPr lvl="5"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6pPr>
            <a:lvl7pPr lvl="6"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7pPr>
            <a:lvl8pPr lvl="7"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8pPr>
            <a:lvl9pPr lvl="8"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3"/>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3600"/>
              <a:buFont typeface="Arial"/>
              <a:buNone/>
              <a:defRPr b="1" sz="3600">
                <a:solidFill>
                  <a:schemeClr val="dk1"/>
                </a:solidFill>
                <a:latin typeface="Arial"/>
                <a:ea typeface="Arial"/>
                <a:cs typeface="Arial"/>
                <a:sym typeface="Arial"/>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
        <p:nvSpPr>
          <p:cNvPr id="18" name="Google Shape;18;p3"/>
          <p:cNvSpPr txBox="1"/>
          <p:nvPr>
            <p:ph idx="1" type="body"/>
          </p:nvPr>
        </p:nvSpPr>
        <p:spPr>
          <a:xfrm>
            <a:off x="457200" y="1600200"/>
            <a:ext cx="82296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4"/>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3600"/>
              <a:buFont typeface="Arial"/>
              <a:buNone/>
              <a:defRPr b="1" sz="3600">
                <a:solidFill>
                  <a:schemeClr val="dk1"/>
                </a:solidFill>
                <a:latin typeface="Arial"/>
                <a:ea typeface="Arial"/>
                <a:cs typeface="Arial"/>
                <a:sym typeface="Arial"/>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
        <p:nvSpPr>
          <p:cNvPr id="21" name="Google Shape;21;p4"/>
          <p:cNvSpPr txBox="1"/>
          <p:nvPr>
            <p:ph idx="1" type="body"/>
          </p:nvPr>
        </p:nvSpPr>
        <p:spPr>
          <a:xfrm>
            <a:off x="457200" y="1600200"/>
            <a:ext cx="39945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22" name="Google Shape;22;p4"/>
          <p:cNvSpPr txBox="1"/>
          <p:nvPr>
            <p:ph idx="2" type="body"/>
          </p:nvPr>
        </p:nvSpPr>
        <p:spPr>
          <a:xfrm>
            <a:off x="4692274" y="1600200"/>
            <a:ext cx="39945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5"/>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3600"/>
              <a:buFont typeface="Arial"/>
              <a:buNone/>
              <a:defRPr b="1" sz="3600">
                <a:solidFill>
                  <a:schemeClr val="dk1"/>
                </a:solidFill>
                <a:latin typeface="Arial"/>
                <a:ea typeface="Arial"/>
                <a:cs typeface="Arial"/>
                <a:sym typeface="Arial"/>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5" name="Shape 25"/>
        <p:cNvGrpSpPr/>
        <p:nvPr/>
      </p:nvGrpSpPr>
      <p:grpSpPr>
        <a:xfrm>
          <a:off x="0" y="0"/>
          <a:ext cx="0" cy="0"/>
          <a:chOff x="0" y="0"/>
          <a:chExt cx="0" cy="0"/>
        </a:xfrm>
      </p:grpSpPr>
      <p:sp>
        <p:nvSpPr>
          <p:cNvPr id="26" name="Google Shape;26;p6"/>
          <p:cNvSpPr txBox="1"/>
          <p:nvPr>
            <p:ph idx="1" type="body"/>
          </p:nvPr>
        </p:nvSpPr>
        <p:spPr>
          <a:xfrm>
            <a:off x="457200" y="5875079"/>
            <a:ext cx="8229600" cy="692700"/>
          </a:xfrm>
          <a:prstGeom prst="rect">
            <a:avLst/>
          </a:prstGeom>
          <a:noFill/>
          <a:ln>
            <a:noFill/>
          </a:ln>
        </p:spPr>
        <p:txBody>
          <a:bodyPr anchorCtr="0" anchor="t" bIns="91425" lIns="91425" spcFirstLastPara="1" rIns="91425" wrap="square" tIns="91425">
            <a:noAutofit/>
          </a:bodyPr>
          <a:lstStyle>
            <a:lvl1pPr indent="-342900" lvl="0" marL="457200" rtl="0" algn="ctr">
              <a:lnSpc>
                <a:spcPct val="100000"/>
              </a:lnSpc>
              <a:spcBef>
                <a:spcPts val="360"/>
              </a:spcBef>
              <a:spcAft>
                <a:spcPts val="0"/>
              </a:spcAft>
              <a:buClr>
                <a:schemeClr val="dk1"/>
              </a:buClr>
              <a:buSzPts val="1800"/>
              <a:buFont typeface="Arial"/>
              <a:buChar char="●"/>
              <a:defRPr sz="1800">
                <a:solidFill>
                  <a:schemeClr val="dk1"/>
                </a:solidFill>
              </a:defRPr>
            </a:lvl1pPr>
            <a:lvl2pPr indent="-342900" lvl="1" marL="914400" rtl="0" algn="ctr">
              <a:lnSpc>
                <a:spcPct val="100000"/>
              </a:lnSpc>
              <a:spcBef>
                <a:spcPts val="0"/>
              </a:spcBef>
              <a:spcAft>
                <a:spcPts val="0"/>
              </a:spcAft>
              <a:buClr>
                <a:schemeClr val="dk1"/>
              </a:buClr>
              <a:buSzPts val="1800"/>
              <a:buFont typeface="Arial"/>
              <a:buChar char="○"/>
              <a:defRPr sz="1800">
                <a:solidFill>
                  <a:schemeClr val="dk1"/>
                </a:solidFill>
              </a:defRPr>
            </a:lvl2pPr>
            <a:lvl3pPr indent="-342900" lvl="2" marL="1371600" rtl="0" algn="ctr">
              <a:lnSpc>
                <a:spcPct val="100000"/>
              </a:lnSpc>
              <a:spcBef>
                <a:spcPts val="0"/>
              </a:spcBef>
              <a:spcAft>
                <a:spcPts val="0"/>
              </a:spcAft>
              <a:buClr>
                <a:schemeClr val="dk1"/>
              </a:buClr>
              <a:buSzPts val="1800"/>
              <a:buFont typeface="Arial"/>
              <a:buChar char="■"/>
              <a:defRPr sz="1800">
                <a:solidFill>
                  <a:schemeClr val="dk1"/>
                </a:solidFill>
              </a:defRPr>
            </a:lvl3pPr>
            <a:lvl4pPr indent="-342900" lvl="3" marL="1828800" rtl="0" algn="ctr">
              <a:lnSpc>
                <a:spcPct val="100000"/>
              </a:lnSpc>
              <a:spcBef>
                <a:spcPts val="0"/>
              </a:spcBef>
              <a:spcAft>
                <a:spcPts val="0"/>
              </a:spcAft>
              <a:buClr>
                <a:schemeClr val="dk1"/>
              </a:buClr>
              <a:buSzPts val="1800"/>
              <a:buFont typeface="Arial"/>
              <a:buChar char="●"/>
              <a:defRPr sz="1800">
                <a:solidFill>
                  <a:schemeClr val="dk1"/>
                </a:solidFill>
              </a:defRPr>
            </a:lvl4pPr>
            <a:lvl5pPr indent="-342900" lvl="4" marL="2286000" rtl="0" algn="ctr">
              <a:lnSpc>
                <a:spcPct val="100000"/>
              </a:lnSpc>
              <a:spcBef>
                <a:spcPts val="0"/>
              </a:spcBef>
              <a:spcAft>
                <a:spcPts val="0"/>
              </a:spcAft>
              <a:buClr>
                <a:schemeClr val="dk1"/>
              </a:buClr>
              <a:buSzPts val="1800"/>
              <a:buFont typeface="Arial"/>
              <a:buChar char="○"/>
              <a:defRPr sz="1800">
                <a:solidFill>
                  <a:schemeClr val="dk1"/>
                </a:solidFill>
              </a:defRPr>
            </a:lvl5pPr>
            <a:lvl6pPr indent="-342900" lvl="5" marL="2743200" rtl="0" algn="ctr">
              <a:lnSpc>
                <a:spcPct val="100000"/>
              </a:lnSpc>
              <a:spcBef>
                <a:spcPts val="0"/>
              </a:spcBef>
              <a:spcAft>
                <a:spcPts val="0"/>
              </a:spcAft>
              <a:buClr>
                <a:schemeClr val="dk1"/>
              </a:buClr>
              <a:buSzPts val="1800"/>
              <a:buFont typeface="Arial"/>
              <a:buChar char="■"/>
              <a:defRPr sz="1800">
                <a:solidFill>
                  <a:schemeClr val="dk1"/>
                </a:solidFill>
              </a:defRPr>
            </a:lvl6pPr>
            <a:lvl7pPr indent="-342900" lvl="6" marL="3200400" rtl="0" algn="ctr">
              <a:lnSpc>
                <a:spcPct val="100000"/>
              </a:lnSpc>
              <a:spcBef>
                <a:spcPts val="0"/>
              </a:spcBef>
              <a:spcAft>
                <a:spcPts val="0"/>
              </a:spcAft>
              <a:buClr>
                <a:schemeClr val="dk1"/>
              </a:buClr>
              <a:buSzPts val="1800"/>
              <a:buFont typeface="Arial"/>
              <a:buChar char="●"/>
              <a:defRPr sz="1800">
                <a:solidFill>
                  <a:schemeClr val="dk1"/>
                </a:solidFill>
              </a:defRPr>
            </a:lvl7pPr>
            <a:lvl8pPr indent="-342900" lvl="7" marL="3657600" rtl="0" algn="ctr">
              <a:lnSpc>
                <a:spcPct val="100000"/>
              </a:lnSpc>
              <a:spcBef>
                <a:spcPts val="0"/>
              </a:spcBef>
              <a:spcAft>
                <a:spcPts val="0"/>
              </a:spcAft>
              <a:buClr>
                <a:schemeClr val="dk1"/>
              </a:buClr>
              <a:buSzPts val="1800"/>
              <a:buFont typeface="Arial"/>
              <a:buChar char="○"/>
              <a:defRPr sz="1800">
                <a:solidFill>
                  <a:schemeClr val="dk1"/>
                </a:solidFill>
              </a:defRPr>
            </a:lvl8pPr>
            <a:lvl9pPr indent="-342900" lvl="8" marL="4114800" rtl="0" algn="ctr">
              <a:lnSpc>
                <a:spcPct val="100000"/>
              </a:lnSpc>
              <a:spcBef>
                <a:spcPts val="0"/>
              </a:spcBef>
              <a:spcAft>
                <a:spcPts val="0"/>
              </a:spcAft>
              <a:buClr>
                <a:schemeClr val="dk1"/>
              </a:buClr>
              <a:buSzPts val="1800"/>
              <a:buFont typeface="Arial"/>
              <a:buChar char="■"/>
              <a:defRPr sz="18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bg>
      <p:bgPr>
        <a:solidFill>
          <a:srgbClr val="FFFFFF"/>
        </a:solidFill>
      </p:bgPr>
    </p:bg>
    <p:spTree>
      <p:nvGrpSpPr>
        <p:cNvPr id="28" name="Shape 28"/>
        <p:cNvGrpSpPr/>
        <p:nvPr/>
      </p:nvGrpSpPr>
      <p:grpSpPr>
        <a:xfrm>
          <a:off x="0" y="0"/>
          <a:ext cx="0" cy="0"/>
          <a:chOff x="0" y="0"/>
          <a:chExt cx="0" cy="0"/>
        </a:xfrm>
      </p:grpSpPr>
      <p:sp>
        <p:nvSpPr>
          <p:cNvPr id="29" name="Google Shape;29;p8"/>
          <p:cNvSpPr txBox="1"/>
          <p:nvPr>
            <p:ph type="title"/>
          </p:nvPr>
        </p:nvSpPr>
        <p:spPr>
          <a:xfrm>
            <a:off x="611187" y="762000"/>
            <a:ext cx="8532900" cy="19464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3600"/>
              <a:buNone/>
              <a:defRPr sz="2800">
                <a:solidFill>
                  <a:srgbClr val="000000"/>
                </a:solidFill>
              </a:defRPr>
            </a:lvl1pPr>
            <a:lvl2pPr lvl="1" rtl="0">
              <a:lnSpc>
                <a:spcPct val="100000"/>
              </a:lnSpc>
              <a:spcBef>
                <a:spcPts val="0"/>
              </a:spcBef>
              <a:spcAft>
                <a:spcPts val="0"/>
              </a:spcAft>
              <a:buSzPts val="3600"/>
              <a:buNone/>
              <a:defRPr sz="2800">
                <a:solidFill>
                  <a:srgbClr val="000000"/>
                </a:solidFill>
              </a:defRPr>
            </a:lvl2pPr>
            <a:lvl3pPr lvl="2" rtl="0">
              <a:lnSpc>
                <a:spcPct val="100000"/>
              </a:lnSpc>
              <a:spcBef>
                <a:spcPts val="0"/>
              </a:spcBef>
              <a:spcAft>
                <a:spcPts val="0"/>
              </a:spcAft>
              <a:buSzPts val="3600"/>
              <a:buNone/>
              <a:defRPr sz="2800">
                <a:solidFill>
                  <a:srgbClr val="000000"/>
                </a:solidFill>
              </a:defRPr>
            </a:lvl3pPr>
            <a:lvl4pPr lvl="3" rtl="0">
              <a:lnSpc>
                <a:spcPct val="100000"/>
              </a:lnSpc>
              <a:spcBef>
                <a:spcPts val="0"/>
              </a:spcBef>
              <a:spcAft>
                <a:spcPts val="0"/>
              </a:spcAft>
              <a:buSzPts val="3600"/>
              <a:buNone/>
              <a:defRPr sz="2800">
                <a:solidFill>
                  <a:srgbClr val="000000"/>
                </a:solidFill>
              </a:defRPr>
            </a:lvl4pPr>
            <a:lvl5pPr lvl="4" rtl="0">
              <a:lnSpc>
                <a:spcPct val="100000"/>
              </a:lnSpc>
              <a:spcBef>
                <a:spcPts val="0"/>
              </a:spcBef>
              <a:spcAft>
                <a:spcPts val="0"/>
              </a:spcAft>
              <a:buSzPts val="3600"/>
              <a:buNone/>
              <a:defRPr sz="2800">
                <a:solidFill>
                  <a:srgbClr val="000000"/>
                </a:solidFill>
              </a:defRPr>
            </a:lvl5pPr>
            <a:lvl6pPr lvl="5" rtl="0">
              <a:lnSpc>
                <a:spcPct val="100000"/>
              </a:lnSpc>
              <a:spcBef>
                <a:spcPts val="0"/>
              </a:spcBef>
              <a:spcAft>
                <a:spcPts val="0"/>
              </a:spcAft>
              <a:buSzPts val="3600"/>
              <a:buNone/>
              <a:defRPr sz="2800">
                <a:solidFill>
                  <a:srgbClr val="000000"/>
                </a:solidFill>
              </a:defRPr>
            </a:lvl6pPr>
            <a:lvl7pPr lvl="6" rtl="0">
              <a:lnSpc>
                <a:spcPct val="100000"/>
              </a:lnSpc>
              <a:spcBef>
                <a:spcPts val="0"/>
              </a:spcBef>
              <a:spcAft>
                <a:spcPts val="0"/>
              </a:spcAft>
              <a:buSzPts val="3600"/>
              <a:buNone/>
              <a:defRPr sz="2800">
                <a:solidFill>
                  <a:srgbClr val="000000"/>
                </a:solidFill>
              </a:defRPr>
            </a:lvl7pPr>
            <a:lvl8pPr lvl="7" rtl="0">
              <a:lnSpc>
                <a:spcPct val="100000"/>
              </a:lnSpc>
              <a:spcBef>
                <a:spcPts val="0"/>
              </a:spcBef>
              <a:spcAft>
                <a:spcPts val="0"/>
              </a:spcAft>
              <a:buSzPts val="3600"/>
              <a:buNone/>
              <a:defRPr sz="2800">
                <a:solidFill>
                  <a:srgbClr val="000000"/>
                </a:solidFill>
              </a:defRPr>
            </a:lvl8pPr>
            <a:lvl9pPr lvl="8" rtl="0">
              <a:lnSpc>
                <a:spcPct val="100000"/>
              </a:lnSpc>
              <a:spcBef>
                <a:spcPts val="0"/>
              </a:spcBef>
              <a:spcAft>
                <a:spcPts val="0"/>
              </a:spcAft>
              <a:buSzPts val="3600"/>
              <a:buNone/>
              <a:defRPr sz="2800">
                <a:solidFill>
                  <a:srgbClr val="000000"/>
                </a:solidFill>
              </a:defRPr>
            </a:lvl9pPr>
          </a:lstStyle>
          <a:p/>
        </p:txBody>
      </p:sp>
      <p:sp>
        <p:nvSpPr>
          <p:cNvPr id="30" name="Google Shape;30;p8"/>
          <p:cNvSpPr txBox="1"/>
          <p:nvPr>
            <p:ph idx="1" type="subTitle"/>
          </p:nvPr>
        </p:nvSpPr>
        <p:spPr>
          <a:xfrm>
            <a:off x="1593850" y="173037"/>
            <a:ext cx="7010400" cy="1600200"/>
          </a:xfrm>
          <a:prstGeom prst="rect">
            <a:avLst/>
          </a:prstGeom>
          <a:noFill/>
          <a:ln>
            <a:noFill/>
          </a:ln>
        </p:spPr>
        <p:txBody>
          <a:bodyPr anchorCtr="0" anchor="t" bIns="91425" lIns="91425" spcFirstLastPara="1" rIns="91425" wrap="square" tIns="91425">
            <a:noAutofit/>
          </a:bodyPr>
          <a:lstStyle>
            <a:lvl1pPr indent="-146050" lvl="0" marL="0" marR="0" rtl="0" algn="l">
              <a:lnSpc>
                <a:spcPct val="100000"/>
              </a:lnSpc>
              <a:spcBef>
                <a:spcPts val="600"/>
              </a:spcBef>
              <a:spcAft>
                <a:spcPts val="0"/>
              </a:spcAft>
              <a:buClr>
                <a:srgbClr val="A50021"/>
              </a:buClr>
              <a:buSzPts val="3000"/>
              <a:buFont typeface="Arial"/>
              <a:buChar char="●"/>
              <a:defRPr b="0" i="0" sz="1800" u="none" cap="none" strike="noStrike">
                <a:solidFill>
                  <a:srgbClr val="000000"/>
                </a:solidFill>
                <a:latin typeface="Arial"/>
                <a:ea typeface="Arial"/>
                <a:cs typeface="Arial"/>
                <a:sym typeface="Arial"/>
              </a:defRPr>
            </a:lvl1pPr>
            <a:lvl2pPr lvl="1" rtl="0">
              <a:spcBef>
                <a:spcPts val="0"/>
              </a:spcBef>
              <a:spcAft>
                <a:spcPts val="0"/>
              </a:spcAft>
              <a:buSzPts val="2400"/>
              <a:buChar char="○"/>
              <a:defRPr/>
            </a:lvl2pPr>
            <a:lvl3pPr lvl="2" rtl="0">
              <a:spcBef>
                <a:spcPts val="0"/>
              </a:spcBef>
              <a:spcAft>
                <a:spcPts val="0"/>
              </a:spcAft>
              <a:buSzPts val="2400"/>
              <a:buChar char="■"/>
              <a:defRPr/>
            </a:lvl3pPr>
            <a:lvl4pPr lvl="3" rtl="0">
              <a:spcBef>
                <a:spcPts val="0"/>
              </a:spcBef>
              <a:spcAft>
                <a:spcPts val="0"/>
              </a:spcAft>
              <a:buSzPts val="1800"/>
              <a:buChar char="●"/>
              <a:defRPr/>
            </a:lvl4pPr>
            <a:lvl5pPr lvl="4" rtl="0">
              <a:spcBef>
                <a:spcPts val="0"/>
              </a:spcBef>
              <a:spcAft>
                <a:spcPts val="0"/>
              </a:spcAft>
              <a:buSzPts val="1800"/>
              <a:buChar char="○"/>
              <a:defRPr/>
            </a:lvl5pPr>
            <a:lvl6pPr lvl="5" rtl="0">
              <a:spcBef>
                <a:spcPts val="0"/>
              </a:spcBef>
              <a:spcAft>
                <a:spcPts val="0"/>
              </a:spcAft>
              <a:buSzPts val="1800"/>
              <a:buChar char="■"/>
              <a:defRPr/>
            </a:lvl6pPr>
            <a:lvl7pPr lvl="6" rtl="0">
              <a:spcBef>
                <a:spcPts val="0"/>
              </a:spcBef>
              <a:spcAft>
                <a:spcPts val="0"/>
              </a:spcAft>
              <a:buSzPts val="1800"/>
              <a:buChar char="●"/>
              <a:defRPr/>
            </a:lvl7pPr>
            <a:lvl8pPr lvl="7" rtl="0">
              <a:spcBef>
                <a:spcPts val="0"/>
              </a:spcBef>
              <a:spcAft>
                <a:spcPts val="0"/>
              </a:spcAft>
              <a:buSzPts val="1800"/>
              <a:buChar char="○"/>
              <a:defRPr/>
            </a:lvl8pPr>
            <a:lvl9pPr lvl="8" rtl="0">
              <a:spcBef>
                <a:spcPts val="0"/>
              </a:spcBef>
              <a:spcAft>
                <a:spcPts val="0"/>
              </a:spcAft>
              <a:buSzPts val="1800"/>
              <a:buChar char="■"/>
              <a:defRPr/>
            </a:lvl9pPr>
          </a:lstStyle>
          <a:p/>
        </p:txBody>
      </p:sp>
      <p:sp>
        <p:nvSpPr>
          <p:cNvPr id="31" name="Google Shape;31;p8"/>
          <p:cNvSpPr txBox="1"/>
          <p:nvPr>
            <p:ph idx="2" type="body"/>
          </p:nvPr>
        </p:nvSpPr>
        <p:spPr>
          <a:xfrm>
            <a:off x="457200" y="1604962"/>
            <a:ext cx="8228100" cy="4524300"/>
          </a:xfrm>
          <a:prstGeom prst="rect">
            <a:avLst/>
          </a:prstGeom>
          <a:noFill/>
          <a:ln>
            <a:noFill/>
          </a:ln>
        </p:spPr>
        <p:txBody>
          <a:bodyPr anchorCtr="0" anchor="t" bIns="91425" lIns="91425" spcFirstLastPara="1" rIns="91425" wrap="square" tIns="91425">
            <a:noAutofit/>
          </a:bodyPr>
          <a:lstStyle>
            <a:lvl1pPr indent="-419100" lvl="0" marL="457200" rtl="0" algn="l">
              <a:lnSpc>
                <a:spcPct val="100000"/>
              </a:lnSpc>
              <a:spcBef>
                <a:spcPts val="600"/>
              </a:spcBef>
              <a:spcAft>
                <a:spcPts val="0"/>
              </a:spcAft>
              <a:buClr>
                <a:srgbClr val="A50021"/>
              </a:buClr>
              <a:buSzPts val="3000"/>
              <a:buChar char="●"/>
              <a:defRPr sz="2400">
                <a:solidFill>
                  <a:srgbClr val="A50021"/>
                </a:solidFill>
              </a:defRPr>
            </a:lvl1pPr>
            <a:lvl2pPr indent="-381000" lvl="1" marL="914400" rtl="0">
              <a:lnSpc>
                <a:spcPct val="100000"/>
              </a:lnSpc>
              <a:spcBef>
                <a:spcPts val="0"/>
              </a:spcBef>
              <a:spcAft>
                <a:spcPts val="0"/>
              </a:spcAft>
              <a:buClr>
                <a:srgbClr val="003366"/>
              </a:buClr>
              <a:buSzPts val="2400"/>
              <a:buChar char="●"/>
              <a:defRPr sz="2000">
                <a:solidFill>
                  <a:srgbClr val="003366"/>
                </a:solidFill>
              </a:defRPr>
            </a:lvl2pPr>
            <a:lvl3pPr indent="-381000" lvl="2" marL="1371600" rtl="0">
              <a:lnSpc>
                <a:spcPct val="100000"/>
              </a:lnSpc>
              <a:spcBef>
                <a:spcPts val="0"/>
              </a:spcBef>
              <a:spcAft>
                <a:spcPts val="0"/>
              </a:spcAft>
              <a:buClr>
                <a:srgbClr val="000000"/>
              </a:buClr>
              <a:buSzPts val="2400"/>
              <a:buChar char="●"/>
              <a:defRPr sz="1800">
                <a:solidFill>
                  <a:srgbClr val="000000"/>
                </a:solidFill>
              </a:defRPr>
            </a:lvl3pPr>
            <a:lvl4pPr indent="-342900" lvl="3" marL="1828800" rtl="0">
              <a:lnSpc>
                <a:spcPct val="100000"/>
              </a:lnSpc>
              <a:spcBef>
                <a:spcPts val="0"/>
              </a:spcBef>
              <a:spcAft>
                <a:spcPts val="0"/>
              </a:spcAft>
              <a:buClr>
                <a:srgbClr val="A50021"/>
              </a:buClr>
              <a:buSzPts val="1800"/>
              <a:buChar char="●"/>
              <a:defRPr sz="1600"/>
            </a:lvl4pPr>
            <a:lvl5pPr indent="-342900" lvl="4" marL="2286000" rtl="0">
              <a:lnSpc>
                <a:spcPct val="100000"/>
              </a:lnSpc>
              <a:spcBef>
                <a:spcPts val="0"/>
              </a:spcBef>
              <a:spcAft>
                <a:spcPts val="0"/>
              </a:spcAft>
              <a:buClr>
                <a:srgbClr val="A50021"/>
              </a:buClr>
              <a:buSzPts val="1800"/>
              <a:buChar char="●"/>
              <a:defRPr sz="1600"/>
            </a:lvl5pPr>
            <a:lvl6pPr indent="-342900" lvl="5" marL="2743200" rtl="0">
              <a:lnSpc>
                <a:spcPct val="100000"/>
              </a:lnSpc>
              <a:spcBef>
                <a:spcPts val="0"/>
              </a:spcBef>
              <a:spcAft>
                <a:spcPts val="0"/>
              </a:spcAft>
              <a:buClr>
                <a:srgbClr val="A50021"/>
              </a:buClr>
              <a:buSzPts val="1800"/>
              <a:buChar char="●"/>
              <a:defRPr sz="2400">
                <a:solidFill>
                  <a:srgbClr val="A50021"/>
                </a:solidFill>
              </a:defRPr>
            </a:lvl6pPr>
            <a:lvl7pPr indent="-342900" lvl="6" marL="3200400" rtl="0">
              <a:lnSpc>
                <a:spcPct val="100000"/>
              </a:lnSpc>
              <a:spcBef>
                <a:spcPts val="0"/>
              </a:spcBef>
              <a:spcAft>
                <a:spcPts val="0"/>
              </a:spcAft>
              <a:buClr>
                <a:srgbClr val="A50021"/>
              </a:buClr>
              <a:buSzPts val="1800"/>
              <a:buChar char="●"/>
              <a:defRPr sz="2400">
                <a:solidFill>
                  <a:srgbClr val="A50021"/>
                </a:solidFill>
              </a:defRPr>
            </a:lvl7pPr>
            <a:lvl8pPr indent="-342900" lvl="7" marL="3657600" rtl="0">
              <a:lnSpc>
                <a:spcPct val="100000"/>
              </a:lnSpc>
              <a:spcBef>
                <a:spcPts val="0"/>
              </a:spcBef>
              <a:spcAft>
                <a:spcPts val="0"/>
              </a:spcAft>
              <a:buClr>
                <a:srgbClr val="A50021"/>
              </a:buClr>
              <a:buSzPts val="1800"/>
              <a:buChar char="●"/>
              <a:defRPr sz="2400">
                <a:solidFill>
                  <a:srgbClr val="A50021"/>
                </a:solidFill>
              </a:defRPr>
            </a:lvl8pPr>
            <a:lvl9pPr indent="-342900" lvl="8" marL="4114800" rtl="0">
              <a:lnSpc>
                <a:spcPct val="100000"/>
              </a:lnSpc>
              <a:spcBef>
                <a:spcPts val="0"/>
              </a:spcBef>
              <a:spcAft>
                <a:spcPts val="0"/>
              </a:spcAft>
              <a:buClr>
                <a:srgbClr val="A50021"/>
              </a:buClr>
              <a:buSzPts val="1800"/>
              <a:buChar char="●"/>
              <a:defRPr sz="2400">
                <a:solidFill>
                  <a:srgbClr val="A5002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_1">
  <p:cSld name="TITLE_AND_TWO_COLUMNS_1">
    <p:bg>
      <p:bgPr>
        <a:solidFill>
          <a:srgbClr val="FFFFFF"/>
        </a:solidFill>
      </p:bgPr>
    </p:bg>
    <p:spTree>
      <p:nvGrpSpPr>
        <p:cNvPr id="32" name="Shape 32"/>
        <p:cNvGrpSpPr/>
        <p:nvPr/>
      </p:nvGrpSpPr>
      <p:grpSpPr>
        <a:xfrm>
          <a:off x="0" y="0"/>
          <a:ext cx="0" cy="0"/>
          <a:chOff x="0" y="0"/>
          <a:chExt cx="0" cy="0"/>
        </a:xfrm>
      </p:grpSpPr>
      <p:sp>
        <p:nvSpPr>
          <p:cNvPr id="33" name="Google Shape;33;p9"/>
          <p:cNvSpPr txBox="1"/>
          <p:nvPr>
            <p:ph type="title"/>
          </p:nvPr>
        </p:nvSpPr>
        <p:spPr>
          <a:xfrm>
            <a:off x="214312" y="-53975"/>
            <a:ext cx="8686800" cy="6033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3600"/>
              <a:buNone/>
              <a:defRPr sz="2800">
                <a:solidFill>
                  <a:srgbClr val="000000"/>
                </a:solidFill>
              </a:defRPr>
            </a:lvl1pPr>
            <a:lvl2pPr lvl="1" rtl="0">
              <a:lnSpc>
                <a:spcPct val="100000"/>
              </a:lnSpc>
              <a:spcBef>
                <a:spcPts val="0"/>
              </a:spcBef>
              <a:spcAft>
                <a:spcPts val="0"/>
              </a:spcAft>
              <a:buSzPts val="3600"/>
              <a:buNone/>
              <a:defRPr sz="2800">
                <a:solidFill>
                  <a:srgbClr val="000000"/>
                </a:solidFill>
              </a:defRPr>
            </a:lvl2pPr>
            <a:lvl3pPr lvl="2" rtl="0">
              <a:lnSpc>
                <a:spcPct val="100000"/>
              </a:lnSpc>
              <a:spcBef>
                <a:spcPts val="0"/>
              </a:spcBef>
              <a:spcAft>
                <a:spcPts val="0"/>
              </a:spcAft>
              <a:buSzPts val="3600"/>
              <a:buNone/>
              <a:defRPr sz="2800">
                <a:solidFill>
                  <a:srgbClr val="000000"/>
                </a:solidFill>
              </a:defRPr>
            </a:lvl3pPr>
            <a:lvl4pPr lvl="3" rtl="0">
              <a:lnSpc>
                <a:spcPct val="100000"/>
              </a:lnSpc>
              <a:spcBef>
                <a:spcPts val="0"/>
              </a:spcBef>
              <a:spcAft>
                <a:spcPts val="0"/>
              </a:spcAft>
              <a:buSzPts val="3600"/>
              <a:buNone/>
              <a:defRPr sz="2800">
                <a:solidFill>
                  <a:srgbClr val="000000"/>
                </a:solidFill>
              </a:defRPr>
            </a:lvl4pPr>
            <a:lvl5pPr lvl="4" rtl="0">
              <a:lnSpc>
                <a:spcPct val="100000"/>
              </a:lnSpc>
              <a:spcBef>
                <a:spcPts val="0"/>
              </a:spcBef>
              <a:spcAft>
                <a:spcPts val="0"/>
              </a:spcAft>
              <a:buSzPts val="3600"/>
              <a:buNone/>
              <a:defRPr sz="2800">
                <a:solidFill>
                  <a:srgbClr val="000000"/>
                </a:solidFill>
              </a:defRPr>
            </a:lvl5pPr>
            <a:lvl6pPr lvl="5" rtl="0">
              <a:lnSpc>
                <a:spcPct val="100000"/>
              </a:lnSpc>
              <a:spcBef>
                <a:spcPts val="0"/>
              </a:spcBef>
              <a:spcAft>
                <a:spcPts val="0"/>
              </a:spcAft>
              <a:buSzPts val="3600"/>
              <a:buNone/>
              <a:defRPr sz="2800">
                <a:solidFill>
                  <a:srgbClr val="000000"/>
                </a:solidFill>
              </a:defRPr>
            </a:lvl6pPr>
            <a:lvl7pPr lvl="6" rtl="0">
              <a:lnSpc>
                <a:spcPct val="100000"/>
              </a:lnSpc>
              <a:spcBef>
                <a:spcPts val="0"/>
              </a:spcBef>
              <a:spcAft>
                <a:spcPts val="0"/>
              </a:spcAft>
              <a:buSzPts val="3600"/>
              <a:buNone/>
              <a:defRPr sz="2800">
                <a:solidFill>
                  <a:srgbClr val="000000"/>
                </a:solidFill>
              </a:defRPr>
            </a:lvl7pPr>
            <a:lvl8pPr lvl="7" rtl="0">
              <a:lnSpc>
                <a:spcPct val="100000"/>
              </a:lnSpc>
              <a:spcBef>
                <a:spcPts val="0"/>
              </a:spcBef>
              <a:spcAft>
                <a:spcPts val="0"/>
              </a:spcAft>
              <a:buSzPts val="3600"/>
              <a:buNone/>
              <a:defRPr sz="2800">
                <a:solidFill>
                  <a:srgbClr val="000000"/>
                </a:solidFill>
              </a:defRPr>
            </a:lvl8pPr>
            <a:lvl9pPr lvl="8" rtl="0">
              <a:lnSpc>
                <a:spcPct val="100000"/>
              </a:lnSpc>
              <a:spcBef>
                <a:spcPts val="0"/>
              </a:spcBef>
              <a:spcAft>
                <a:spcPts val="0"/>
              </a:spcAft>
              <a:buSzPts val="3600"/>
              <a:buNone/>
              <a:defRPr sz="2800">
                <a:solidFill>
                  <a:srgbClr val="000000"/>
                </a:solidFill>
              </a:defRPr>
            </a:lvl9pPr>
          </a:lstStyle>
          <a:p/>
        </p:txBody>
      </p:sp>
      <p:sp>
        <p:nvSpPr>
          <p:cNvPr id="34" name="Google Shape;34;p9"/>
          <p:cNvSpPr txBox="1"/>
          <p:nvPr>
            <p:ph idx="1" type="body"/>
          </p:nvPr>
        </p:nvSpPr>
        <p:spPr>
          <a:xfrm>
            <a:off x="206375" y="765175"/>
            <a:ext cx="8686800" cy="5759400"/>
          </a:xfrm>
          <a:prstGeom prst="rect">
            <a:avLst/>
          </a:prstGeom>
          <a:noFill/>
          <a:ln>
            <a:noFill/>
          </a:ln>
        </p:spPr>
        <p:txBody>
          <a:bodyPr anchorCtr="0" anchor="t" bIns="91425" lIns="91425" spcFirstLastPara="1" rIns="91425" wrap="square" tIns="91425">
            <a:noAutofit/>
          </a:bodyPr>
          <a:lstStyle>
            <a:lvl1pPr indent="-419100" lvl="0" marL="457200" rtl="0" algn="l">
              <a:lnSpc>
                <a:spcPct val="100000"/>
              </a:lnSpc>
              <a:spcBef>
                <a:spcPts val="600"/>
              </a:spcBef>
              <a:spcAft>
                <a:spcPts val="0"/>
              </a:spcAft>
              <a:buClr>
                <a:srgbClr val="A50021"/>
              </a:buClr>
              <a:buSzPts val="3000"/>
              <a:buChar char="●"/>
              <a:defRPr sz="2400">
                <a:solidFill>
                  <a:srgbClr val="A50021"/>
                </a:solidFill>
              </a:defRPr>
            </a:lvl1pPr>
            <a:lvl2pPr indent="-381000" lvl="1" marL="914400" rtl="0">
              <a:lnSpc>
                <a:spcPct val="100000"/>
              </a:lnSpc>
              <a:spcBef>
                <a:spcPts val="0"/>
              </a:spcBef>
              <a:spcAft>
                <a:spcPts val="0"/>
              </a:spcAft>
              <a:buClr>
                <a:srgbClr val="003366"/>
              </a:buClr>
              <a:buSzPts val="2400"/>
              <a:buChar char="●"/>
              <a:defRPr sz="2000">
                <a:solidFill>
                  <a:srgbClr val="003366"/>
                </a:solidFill>
              </a:defRPr>
            </a:lvl2pPr>
            <a:lvl3pPr indent="-381000" lvl="2" marL="1371600" rtl="0">
              <a:lnSpc>
                <a:spcPct val="100000"/>
              </a:lnSpc>
              <a:spcBef>
                <a:spcPts val="0"/>
              </a:spcBef>
              <a:spcAft>
                <a:spcPts val="0"/>
              </a:spcAft>
              <a:buClr>
                <a:srgbClr val="000000"/>
              </a:buClr>
              <a:buSzPts val="2400"/>
              <a:buChar char="●"/>
              <a:defRPr sz="1800">
                <a:solidFill>
                  <a:srgbClr val="000000"/>
                </a:solidFill>
              </a:defRPr>
            </a:lvl3pPr>
            <a:lvl4pPr indent="-342900" lvl="3" marL="1828800" rtl="0">
              <a:lnSpc>
                <a:spcPct val="100000"/>
              </a:lnSpc>
              <a:spcBef>
                <a:spcPts val="0"/>
              </a:spcBef>
              <a:spcAft>
                <a:spcPts val="0"/>
              </a:spcAft>
              <a:buClr>
                <a:srgbClr val="A50021"/>
              </a:buClr>
              <a:buSzPts val="1800"/>
              <a:buChar char="●"/>
              <a:defRPr sz="1600"/>
            </a:lvl4pPr>
            <a:lvl5pPr indent="-342900" lvl="4" marL="2286000" rtl="0">
              <a:lnSpc>
                <a:spcPct val="100000"/>
              </a:lnSpc>
              <a:spcBef>
                <a:spcPts val="0"/>
              </a:spcBef>
              <a:spcAft>
                <a:spcPts val="0"/>
              </a:spcAft>
              <a:buClr>
                <a:srgbClr val="A50021"/>
              </a:buClr>
              <a:buSzPts val="1800"/>
              <a:buChar char="●"/>
              <a:defRPr sz="1600"/>
            </a:lvl5pPr>
            <a:lvl6pPr indent="-342900" lvl="5" marL="2743200" rtl="0">
              <a:lnSpc>
                <a:spcPct val="100000"/>
              </a:lnSpc>
              <a:spcBef>
                <a:spcPts val="0"/>
              </a:spcBef>
              <a:spcAft>
                <a:spcPts val="0"/>
              </a:spcAft>
              <a:buClr>
                <a:srgbClr val="A50021"/>
              </a:buClr>
              <a:buSzPts val="1800"/>
              <a:buChar char="●"/>
              <a:defRPr sz="2400">
                <a:solidFill>
                  <a:srgbClr val="A50021"/>
                </a:solidFill>
              </a:defRPr>
            </a:lvl6pPr>
            <a:lvl7pPr indent="-342900" lvl="6" marL="3200400" rtl="0">
              <a:lnSpc>
                <a:spcPct val="100000"/>
              </a:lnSpc>
              <a:spcBef>
                <a:spcPts val="0"/>
              </a:spcBef>
              <a:spcAft>
                <a:spcPts val="0"/>
              </a:spcAft>
              <a:buClr>
                <a:srgbClr val="A50021"/>
              </a:buClr>
              <a:buSzPts val="1800"/>
              <a:buChar char="●"/>
              <a:defRPr sz="2400">
                <a:solidFill>
                  <a:srgbClr val="A50021"/>
                </a:solidFill>
              </a:defRPr>
            </a:lvl7pPr>
            <a:lvl8pPr indent="-342900" lvl="7" marL="3657600" rtl="0">
              <a:lnSpc>
                <a:spcPct val="100000"/>
              </a:lnSpc>
              <a:spcBef>
                <a:spcPts val="0"/>
              </a:spcBef>
              <a:spcAft>
                <a:spcPts val="0"/>
              </a:spcAft>
              <a:buClr>
                <a:srgbClr val="A50021"/>
              </a:buClr>
              <a:buSzPts val="1800"/>
              <a:buChar char="●"/>
              <a:defRPr sz="2400">
                <a:solidFill>
                  <a:srgbClr val="A50021"/>
                </a:solidFill>
              </a:defRPr>
            </a:lvl8pPr>
            <a:lvl9pPr indent="-342900" lvl="8" marL="4114800" rtl="0">
              <a:lnSpc>
                <a:spcPct val="100000"/>
              </a:lnSpc>
              <a:spcBef>
                <a:spcPts val="0"/>
              </a:spcBef>
              <a:spcAft>
                <a:spcPts val="0"/>
              </a:spcAft>
              <a:buClr>
                <a:srgbClr val="A50021"/>
              </a:buClr>
              <a:buSzPts val="1800"/>
              <a:buChar char="●"/>
              <a:defRPr sz="2400">
                <a:solidFill>
                  <a:srgbClr val="A50021"/>
                </a:solidFill>
              </a:defRPr>
            </a:lvl9pPr>
          </a:lstStyle>
          <a:p/>
        </p:txBody>
      </p:sp>
      <p:sp>
        <p:nvSpPr>
          <p:cNvPr id="35" name="Google Shape;35;p9"/>
          <p:cNvSpPr txBox="1"/>
          <p:nvPr>
            <p:ph idx="12" type="sldNum"/>
          </p:nvPr>
        </p:nvSpPr>
        <p:spPr>
          <a:xfrm>
            <a:off x="6975475" y="73025"/>
            <a:ext cx="2132100" cy="474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88900" lvl="0" marL="0" rtl="0" algn="r">
              <a:spcBef>
                <a:spcPts val="0"/>
              </a:spcBef>
              <a:spcAft>
                <a:spcPts val="0"/>
              </a:spcAft>
              <a:buSzPts val="1400"/>
              <a:buChar char="●"/>
            </a:pPr>
            <a:r>
              <a:t/>
            </a:r>
            <a:endParaRPr/>
          </a:p>
          <a:p>
            <a:pPr indent="-88900" lvl="1" marL="0" rtl="0" algn="l">
              <a:spcBef>
                <a:spcPts val="0"/>
              </a:spcBef>
              <a:spcAft>
                <a:spcPts val="0"/>
              </a:spcAft>
              <a:buSzPts val="1400"/>
              <a:buChar char="○"/>
            </a:pPr>
            <a:r>
              <a:t/>
            </a:r>
            <a:endParaRPr/>
          </a:p>
          <a:p>
            <a:pPr indent="-88900" lvl="2" marL="0" rtl="0" algn="l">
              <a:spcBef>
                <a:spcPts val="0"/>
              </a:spcBef>
              <a:spcAft>
                <a:spcPts val="0"/>
              </a:spcAft>
              <a:buSzPts val="1400"/>
              <a:buChar char="■"/>
            </a:pPr>
            <a:r>
              <a:t/>
            </a:r>
            <a:endParaRPr/>
          </a:p>
          <a:p>
            <a:pPr indent="-88900" lvl="3" marL="0" rtl="0" algn="l">
              <a:spcBef>
                <a:spcPts val="0"/>
              </a:spcBef>
              <a:spcAft>
                <a:spcPts val="0"/>
              </a:spcAft>
              <a:buSzPts val="1400"/>
              <a:buChar char="●"/>
            </a:pPr>
            <a:r>
              <a:t/>
            </a:r>
            <a:endParaRPr/>
          </a:p>
          <a:p>
            <a:pPr indent="-88900" lvl="4" marL="0" rtl="0" algn="l">
              <a:spcBef>
                <a:spcPts val="0"/>
              </a:spcBef>
              <a:spcAft>
                <a:spcPts val="0"/>
              </a:spcAft>
              <a:buSzPts val="1400"/>
              <a:buChar char="○"/>
            </a:pPr>
            <a:r>
              <a:t/>
            </a:r>
            <a:endParaRPr/>
          </a:p>
          <a:p>
            <a:pPr indent="-88900" lvl="5" marL="0" rtl="0" algn="l">
              <a:spcBef>
                <a:spcPts val="0"/>
              </a:spcBef>
              <a:spcAft>
                <a:spcPts val="0"/>
              </a:spcAft>
              <a:buSzPts val="1400"/>
              <a:buChar char="■"/>
            </a:pPr>
            <a:r>
              <a:t/>
            </a:r>
            <a:endParaRPr/>
          </a:p>
          <a:p>
            <a:pPr indent="-88900" lvl="6" marL="0" rtl="0" algn="l">
              <a:spcBef>
                <a:spcPts val="0"/>
              </a:spcBef>
              <a:spcAft>
                <a:spcPts val="0"/>
              </a:spcAft>
              <a:buSzPts val="1400"/>
              <a:buChar char="●"/>
            </a:pPr>
            <a:r>
              <a:t/>
            </a:r>
            <a:endParaRPr/>
          </a:p>
          <a:p>
            <a:pPr indent="-88900" lvl="7" marL="0" rtl="0" algn="l">
              <a:spcBef>
                <a:spcPts val="0"/>
              </a:spcBef>
              <a:spcAft>
                <a:spcPts val="0"/>
              </a:spcAft>
              <a:buSzPts val="1400"/>
              <a:buChar char="○"/>
            </a:pPr>
            <a:r>
              <a:t/>
            </a:r>
            <a:endParaRPr/>
          </a:p>
          <a:p>
            <a:pPr indent="-88900" lvl="8" marL="0" rtl="0" algn="l">
              <a:spcBef>
                <a:spcPts val="0"/>
              </a:spcBef>
              <a:spcAft>
                <a:spcPts val="0"/>
              </a:spcAft>
              <a:buSzPts val="1400"/>
              <a:buChar char="■"/>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AND_TWO_OBJECTS" type="txAndTwoObj">
  <p:cSld name="TEXT_AND_TWO_OBJECTS">
    <p:bg>
      <p:bgPr>
        <a:solidFill>
          <a:srgbClr val="FFFFFF"/>
        </a:solidFill>
      </p:bgPr>
    </p:bg>
    <p:spTree>
      <p:nvGrpSpPr>
        <p:cNvPr id="36" name="Shape 36"/>
        <p:cNvGrpSpPr/>
        <p:nvPr/>
      </p:nvGrpSpPr>
      <p:grpSpPr>
        <a:xfrm>
          <a:off x="0" y="0"/>
          <a:ext cx="0" cy="0"/>
          <a:chOff x="0" y="0"/>
          <a:chExt cx="0" cy="0"/>
        </a:xfrm>
      </p:grpSpPr>
      <p:sp>
        <p:nvSpPr>
          <p:cNvPr id="37" name="Google Shape;37;p10"/>
          <p:cNvSpPr txBox="1"/>
          <p:nvPr>
            <p:ph type="title"/>
          </p:nvPr>
        </p:nvSpPr>
        <p:spPr>
          <a:xfrm>
            <a:off x="214312" y="-53975"/>
            <a:ext cx="8685300" cy="601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3600"/>
              <a:buNone/>
              <a:defRPr sz="2800">
                <a:solidFill>
                  <a:srgbClr val="000000"/>
                </a:solidFill>
              </a:defRPr>
            </a:lvl1pPr>
            <a:lvl2pPr lvl="1" rtl="0">
              <a:lnSpc>
                <a:spcPct val="100000"/>
              </a:lnSpc>
              <a:spcBef>
                <a:spcPts val="0"/>
              </a:spcBef>
              <a:spcAft>
                <a:spcPts val="0"/>
              </a:spcAft>
              <a:buSzPts val="3600"/>
              <a:buNone/>
              <a:defRPr sz="2800">
                <a:solidFill>
                  <a:srgbClr val="000000"/>
                </a:solidFill>
              </a:defRPr>
            </a:lvl2pPr>
            <a:lvl3pPr lvl="2" rtl="0">
              <a:lnSpc>
                <a:spcPct val="100000"/>
              </a:lnSpc>
              <a:spcBef>
                <a:spcPts val="0"/>
              </a:spcBef>
              <a:spcAft>
                <a:spcPts val="0"/>
              </a:spcAft>
              <a:buSzPts val="3600"/>
              <a:buNone/>
              <a:defRPr sz="2800">
                <a:solidFill>
                  <a:srgbClr val="000000"/>
                </a:solidFill>
              </a:defRPr>
            </a:lvl3pPr>
            <a:lvl4pPr lvl="3" rtl="0">
              <a:lnSpc>
                <a:spcPct val="100000"/>
              </a:lnSpc>
              <a:spcBef>
                <a:spcPts val="0"/>
              </a:spcBef>
              <a:spcAft>
                <a:spcPts val="0"/>
              </a:spcAft>
              <a:buSzPts val="3600"/>
              <a:buNone/>
              <a:defRPr sz="2800">
                <a:solidFill>
                  <a:srgbClr val="000000"/>
                </a:solidFill>
              </a:defRPr>
            </a:lvl4pPr>
            <a:lvl5pPr lvl="4" rtl="0">
              <a:lnSpc>
                <a:spcPct val="100000"/>
              </a:lnSpc>
              <a:spcBef>
                <a:spcPts val="0"/>
              </a:spcBef>
              <a:spcAft>
                <a:spcPts val="0"/>
              </a:spcAft>
              <a:buSzPts val="3600"/>
              <a:buNone/>
              <a:defRPr sz="2800">
                <a:solidFill>
                  <a:srgbClr val="000000"/>
                </a:solidFill>
              </a:defRPr>
            </a:lvl5pPr>
            <a:lvl6pPr lvl="5" rtl="0">
              <a:lnSpc>
                <a:spcPct val="100000"/>
              </a:lnSpc>
              <a:spcBef>
                <a:spcPts val="0"/>
              </a:spcBef>
              <a:spcAft>
                <a:spcPts val="0"/>
              </a:spcAft>
              <a:buSzPts val="3600"/>
              <a:buNone/>
              <a:defRPr sz="2800">
                <a:solidFill>
                  <a:srgbClr val="000000"/>
                </a:solidFill>
              </a:defRPr>
            </a:lvl6pPr>
            <a:lvl7pPr lvl="6" rtl="0">
              <a:lnSpc>
                <a:spcPct val="100000"/>
              </a:lnSpc>
              <a:spcBef>
                <a:spcPts val="0"/>
              </a:spcBef>
              <a:spcAft>
                <a:spcPts val="0"/>
              </a:spcAft>
              <a:buSzPts val="3600"/>
              <a:buNone/>
              <a:defRPr sz="2800">
                <a:solidFill>
                  <a:srgbClr val="000000"/>
                </a:solidFill>
              </a:defRPr>
            </a:lvl7pPr>
            <a:lvl8pPr lvl="7" rtl="0">
              <a:lnSpc>
                <a:spcPct val="100000"/>
              </a:lnSpc>
              <a:spcBef>
                <a:spcPts val="0"/>
              </a:spcBef>
              <a:spcAft>
                <a:spcPts val="0"/>
              </a:spcAft>
              <a:buSzPts val="3600"/>
              <a:buNone/>
              <a:defRPr sz="2800">
                <a:solidFill>
                  <a:srgbClr val="000000"/>
                </a:solidFill>
              </a:defRPr>
            </a:lvl8pPr>
            <a:lvl9pPr lvl="8" rtl="0">
              <a:lnSpc>
                <a:spcPct val="100000"/>
              </a:lnSpc>
              <a:spcBef>
                <a:spcPts val="0"/>
              </a:spcBef>
              <a:spcAft>
                <a:spcPts val="0"/>
              </a:spcAft>
              <a:buSzPts val="3600"/>
              <a:buNone/>
              <a:defRPr sz="2800">
                <a:solidFill>
                  <a:srgbClr val="000000"/>
                </a:solidFill>
              </a:defRPr>
            </a:lvl9pPr>
          </a:lstStyle>
          <a:p/>
        </p:txBody>
      </p:sp>
      <p:sp>
        <p:nvSpPr>
          <p:cNvPr id="38" name="Google Shape;38;p10"/>
          <p:cNvSpPr txBox="1"/>
          <p:nvPr>
            <p:ph idx="1" type="body"/>
          </p:nvPr>
        </p:nvSpPr>
        <p:spPr>
          <a:xfrm>
            <a:off x="206375" y="765175"/>
            <a:ext cx="8686800" cy="5688000"/>
          </a:xfrm>
          <a:prstGeom prst="rect">
            <a:avLst/>
          </a:prstGeom>
          <a:noFill/>
          <a:ln>
            <a:noFill/>
          </a:ln>
        </p:spPr>
        <p:txBody>
          <a:bodyPr anchorCtr="0" anchor="t" bIns="91425" lIns="91425" spcFirstLastPara="1" rIns="91425" wrap="square" tIns="91425">
            <a:noAutofit/>
          </a:bodyPr>
          <a:lstStyle>
            <a:lvl1pPr indent="-419100" lvl="0" marL="457200" rtl="0" algn="l">
              <a:lnSpc>
                <a:spcPct val="100000"/>
              </a:lnSpc>
              <a:spcBef>
                <a:spcPts val="600"/>
              </a:spcBef>
              <a:spcAft>
                <a:spcPts val="0"/>
              </a:spcAft>
              <a:buClr>
                <a:srgbClr val="A50021"/>
              </a:buClr>
              <a:buSzPts val="3000"/>
              <a:buChar char="●"/>
              <a:defRPr sz="2400">
                <a:solidFill>
                  <a:srgbClr val="A50021"/>
                </a:solidFill>
              </a:defRPr>
            </a:lvl1pPr>
            <a:lvl2pPr indent="-381000" lvl="1" marL="914400" rtl="0">
              <a:lnSpc>
                <a:spcPct val="100000"/>
              </a:lnSpc>
              <a:spcBef>
                <a:spcPts val="0"/>
              </a:spcBef>
              <a:spcAft>
                <a:spcPts val="0"/>
              </a:spcAft>
              <a:buClr>
                <a:srgbClr val="003366"/>
              </a:buClr>
              <a:buSzPts val="2400"/>
              <a:buChar char="●"/>
              <a:defRPr sz="2000">
                <a:solidFill>
                  <a:srgbClr val="003366"/>
                </a:solidFill>
              </a:defRPr>
            </a:lvl2pPr>
            <a:lvl3pPr indent="-381000" lvl="2" marL="1371600" rtl="0">
              <a:lnSpc>
                <a:spcPct val="100000"/>
              </a:lnSpc>
              <a:spcBef>
                <a:spcPts val="0"/>
              </a:spcBef>
              <a:spcAft>
                <a:spcPts val="0"/>
              </a:spcAft>
              <a:buClr>
                <a:srgbClr val="000000"/>
              </a:buClr>
              <a:buSzPts val="2400"/>
              <a:buChar char="●"/>
              <a:defRPr sz="1800">
                <a:solidFill>
                  <a:srgbClr val="000000"/>
                </a:solidFill>
              </a:defRPr>
            </a:lvl3pPr>
            <a:lvl4pPr indent="-342900" lvl="3" marL="1828800" rtl="0">
              <a:lnSpc>
                <a:spcPct val="100000"/>
              </a:lnSpc>
              <a:spcBef>
                <a:spcPts val="0"/>
              </a:spcBef>
              <a:spcAft>
                <a:spcPts val="0"/>
              </a:spcAft>
              <a:buClr>
                <a:srgbClr val="A50021"/>
              </a:buClr>
              <a:buSzPts val="1800"/>
              <a:buChar char="●"/>
              <a:defRPr sz="1600"/>
            </a:lvl4pPr>
            <a:lvl5pPr indent="-342900" lvl="4" marL="2286000" rtl="0">
              <a:lnSpc>
                <a:spcPct val="100000"/>
              </a:lnSpc>
              <a:spcBef>
                <a:spcPts val="0"/>
              </a:spcBef>
              <a:spcAft>
                <a:spcPts val="0"/>
              </a:spcAft>
              <a:buClr>
                <a:srgbClr val="A50021"/>
              </a:buClr>
              <a:buSzPts val="1800"/>
              <a:buChar char="●"/>
              <a:defRPr sz="1600"/>
            </a:lvl5pPr>
            <a:lvl6pPr indent="-342900" lvl="5" marL="2743200" rtl="0">
              <a:lnSpc>
                <a:spcPct val="100000"/>
              </a:lnSpc>
              <a:spcBef>
                <a:spcPts val="0"/>
              </a:spcBef>
              <a:spcAft>
                <a:spcPts val="0"/>
              </a:spcAft>
              <a:buClr>
                <a:srgbClr val="A50021"/>
              </a:buClr>
              <a:buSzPts val="1800"/>
              <a:buChar char="●"/>
              <a:defRPr sz="2400">
                <a:solidFill>
                  <a:srgbClr val="A50021"/>
                </a:solidFill>
              </a:defRPr>
            </a:lvl6pPr>
            <a:lvl7pPr indent="-342900" lvl="6" marL="3200400" rtl="0">
              <a:lnSpc>
                <a:spcPct val="100000"/>
              </a:lnSpc>
              <a:spcBef>
                <a:spcPts val="0"/>
              </a:spcBef>
              <a:spcAft>
                <a:spcPts val="0"/>
              </a:spcAft>
              <a:buClr>
                <a:srgbClr val="A50021"/>
              </a:buClr>
              <a:buSzPts val="1800"/>
              <a:buChar char="●"/>
              <a:defRPr sz="2400">
                <a:solidFill>
                  <a:srgbClr val="A50021"/>
                </a:solidFill>
              </a:defRPr>
            </a:lvl7pPr>
            <a:lvl8pPr indent="-342900" lvl="7" marL="3657600" rtl="0">
              <a:lnSpc>
                <a:spcPct val="100000"/>
              </a:lnSpc>
              <a:spcBef>
                <a:spcPts val="0"/>
              </a:spcBef>
              <a:spcAft>
                <a:spcPts val="0"/>
              </a:spcAft>
              <a:buClr>
                <a:srgbClr val="A50021"/>
              </a:buClr>
              <a:buSzPts val="1800"/>
              <a:buChar char="●"/>
              <a:defRPr sz="2400">
                <a:solidFill>
                  <a:srgbClr val="A50021"/>
                </a:solidFill>
              </a:defRPr>
            </a:lvl8pPr>
            <a:lvl9pPr indent="-342900" lvl="8" marL="4114800" rtl="0">
              <a:lnSpc>
                <a:spcPct val="100000"/>
              </a:lnSpc>
              <a:spcBef>
                <a:spcPts val="0"/>
              </a:spcBef>
              <a:spcAft>
                <a:spcPts val="0"/>
              </a:spcAft>
              <a:buClr>
                <a:srgbClr val="A50021"/>
              </a:buClr>
              <a:buSzPts val="1800"/>
              <a:buChar char="●"/>
              <a:defRPr sz="2400">
                <a:solidFill>
                  <a:srgbClr val="A50021"/>
                </a:solidFill>
              </a:defRPr>
            </a:lvl9pPr>
          </a:lstStyle>
          <a:p/>
        </p:txBody>
      </p:sp>
      <p:sp>
        <p:nvSpPr>
          <p:cNvPr id="39" name="Google Shape;39;p10"/>
          <p:cNvSpPr txBox="1"/>
          <p:nvPr>
            <p:ph idx="12" type="sldNum"/>
          </p:nvPr>
        </p:nvSpPr>
        <p:spPr>
          <a:xfrm>
            <a:off x="6975475" y="73025"/>
            <a:ext cx="2132100" cy="474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88900" lvl="0" marL="0" rtl="0" algn="r">
              <a:spcBef>
                <a:spcPts val="0"/>
              </a:spcBef>
              <a:spcAft>
                <a:spcPts val="0"/>
              </a:spcAft>
              <a:buSzPts val="1400"/>
              <a:buChar char="●"/>
            </a:pPr>
            <a:r>
              <a:t/>
            </a:r>
            <a:endParaRPr/>
          </a:p>
          <a:p>
            <a:pPr indent="-88900" lvl="1" marL="0" rtl="0" algn="l">
              <a:spcBef>
                <a:spcPts val="0"/>
              </a:spcBef>
              <a:spcAft>
                <a:spcPts val="0"/>
              </a:spcAft>
              <a:buSzPts val="1400"/>
              <a:buChar char="○"/>
            </a:pPr>
            <a:r>
              <a:t/>
            </a:r>
            <a:endParaRPr/>
          </a:p>
          <a:p>
            <a:pPr indent="-88900" lvl="2" marL="0" rtl="0" algn="l">
              <a:spcBef>
                <a:spcPts val="0"/>
              </a:spcBef>
              <a:spcAft>
                <a:spcPts val="0"/>
              </a:spcAft>
              <a:buSzPts val="1400"/>
              <a:buChar char="■"/>
            </a:pPr>
            <a:r>
              <a:t/>
            </a:r>
            <a:endParaRPr/>
          </a:p>
          <a:p>
            <a:pPr indent="-88900" lvl="3" marL="0" rtl="0" algn="l">
              <a:spcBef>
                <a:spcPts val="0"/>
              </a:spcBef>
              <a:spcAft>
                <a:spcPts val="0"/>
              </a:spcAft>
              <a:buSzPts val="1400"/>
              <a:buChar char="●"/>
            </a:pPr>
            <a:r>
              <a:t/>
            </a:r>
            <a:endParaRPr/>
          </a:p>
          <a:p>
            <a:pPr indent="-88900" lvl="4" marL="0" rtl="0" algn="l">
              <a:spcBef>
                <a:spcPts val="0"/>
              </a:spcBef>
              <a:spcAft>
                <a:spcPts val="0"/>
              </a:spcAft>
              <a:buSzPts val="1400"/>
              <a:buChar char="○"/>
            </a:pPr>
            <a:r>
              <a:t/>
            </a:r>
            <a:endParaRPr/>
          </a:p>
          <a:p>
            <a:pPr indent="-88900" lvl="5" marL="0" rtl="0" algn="l">
              <a:spcBef>
                <a:spcPts val="0"/>
              </a:spcBef>
              <a:spcAft>
                <a:spcPts val="0"/>
              </a:spcAft>
              <a:buSzPts val="1400"/>
              <a:buChar char="■"/>
            </a:pPr>
            <a:r>
              <a:t/>
            </a:r>
            <a:endParaRPr/>
          </a:p>
          <a:p>
            <a:pPr indent="-88900" lvl="6" marL="0" rtl="0" algn="l">
              <a:spcBef>
                <a:spcPts val="0"/>
              </a:spcBef>
              <a:spcAft>
                <a:spcPts val="0"/>
              </a:spcAft>
              <a:buSzPts val="1400"/>
              <a:buChar char="●"/>
            </a:pPr>
            <a:r>
              <a:t/>
            </a:r>
            <a:endParaRPr/>
          </a:p>
          <a:p>
            <a:pPr indent="-88900" lvl="7" marL="0" rtl="0" algn="l">
              <a:spcBef>
                <a:spcPts val="0"/>
              </a:spcBef>
              <a:spcAft>
                <a:spcPts val="0"/>
              </a:spcAft>
              <a:buSzPts val="1400"/>
              <a:buChar char="○"/>
            </a:pPr>
            <a:r>
              <a:t/>
            </a:r>
            <a:endParaRPr/>
          </a:p>
          <a:p>
            <a:pPr indent="-88900" lvl="8" marL="0" rtl="0" algn="l">
              <a:spcBef>
                <a:spcPts val="0"/>
              </a:spcBef>
              <a:spcAft>
                <a:spcPts val="0"/>
              </a:spcAft>
              <a:buSzPts val="1400"/>
              <a:buChar char="■"/>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_OBJECTS" type="fourObj">
  <p:cSld name="FOUR_OBJECTS">
    <p:bg>
      <p:bgPr>
        <a:solidFill>
          <a:srgbClr val="FFFFFF"/>
        </a:solidFill>
      </p:bgPr>
    </p:bg>
    <p:spTree>
      <p:nvGrpSpPr>
        <p:cNvPr id="40" name="Shape 40"/>
        <p:cNvGrpSpPr/>
        <p:nvPr/>
      </p:nvGrpSpPr>
      <p:grpSpPr>
        <a:xfrm>
          <a:off x="0" y="0"/>
          <a:ext cx="0" cy="0"/>
          <a:chOff x="0" y="0"/>
          <a:chExt cx="0" cy="0"/>
        </a:xfrm>
      </p:grpSpPr>
      <p:sp>
        <p:nvSpPr>
          <p:cNvPr id="41" name="Google Shape;41;p11"/>
          <p:cNvSpPr txBox="1"/>
          <p:nvPr>
            <p:ph type="title"/>
          </p:nvPr>
        </p:nvSpPr>
        <p:spPr>
          <a:xfrm>
            <a:off x="214312" y="-53975"/>
            <a:ext cx="8686800" cy="6033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3600"/>
              <a:buNone/>
              <a:defRPr sz="2800">
                <a:solidFill>
                  <a:srgbClr val="000000"/>
                </a:solidFill>
              </a:defRPr>
            </a:lvl1pPr>
            <a:lvl2pPr lvl="1" rtl="0">
              <a:lnSpc>
                <a:spcPct val="100000"/>
              </a:lnSpc>
              <a:spcBef>
                <a:spcPts val="0"/>
              </a:spcBef>
              <a:spcAft>
                <a:spcPts val="0"/>
              </a:spcAft>
              <a:buSzPts val="3600"/>
              <a:buNone/>
              <a:defRPr sz="2800">
                <a:solidFill>
                  <a:srgbClr val="000000"/>
                </a:solidFill>
              </a:defRPr>
            </a:lvl2pPr>
            <a:lvl3pPr lvl="2" rtl="0">
              <a:lnSpc>
                <a:spcPct val="100000"/>
              </a:lnSpc>
              <a:spcBef>
                <a:spcPts val="0"/>
              </a:spcBef>
              <a:spcAft>
                <a:spcPts val="0"/>
              </a:spcAft>
              <a:buSzPts val="3600"/>
              <a:buNone/>
              <a:defRPr sz="2800">
                <a:solidFill>
                  <a:srgbClr val="000000"/>
                </a:solidFill>
              </a:defRPr>
            </a:lvl3pPr>
            <a:lvl4pPr lvl="3" rtl="0">
              <a:lnSpc>
                <a:spcPct val="100000"/>
              </a:lnSpc>
              <a:spcBef>
                <a:spcPts val="0"/>
              </a:spcBef>
              <a:spcAft>
                <a:spcPts val="0"/>
              </a:spcAft>
              <a:buSzPts val="3600"/>
              <a:buNone/>
              <a:defRPr sz="2800">
                <a:solidFill>
                  <a:srgbClr val="000000"/>
                </a:solidFill>
              </a:defRPr>
            </a:lvl4pPr>
            <a:lvl5pPr lvl="4" rtl="0">
              <a:lnSpc>
                <a:spcPct val="100000"/>
              </a:lnSpc>
              <a:spcBef>
                <a:spcPts val="0"/>
              </a:spcBef>
              <a:spcAft>
                <a:spcPts val="0"/>
              </a:spcAft>
              <a:buSzPts val="3600"/>
              <a:buNone/>
              <a:defRPr sz="2800">
                <a:solidFill>
                  <a:srgbClr val="000000"/>
                </a:solidFill>
              </a:defRPr>
            </a:lvl5pPr>
            <a:lvl6pPr lvl="5" rtl="0">
              <a:lnSpc>
                <a:spcPct val="100000"/>
              </a:lnSpc>
              <a:spcBef>
                <a:spcPts val="0"/>
              </a:spcBef>
              <a:spcAft>
                <a:spcPts val="0"/>
              </a:spcAft>
              <a:buSzPts val="3600"/>
              <a:buNone/>
              <a:defRPr sz="2800">
                <a:solidFill>
                  <a:srgbClr val="000000"/>
                </a:solidFill>
              </a:defRPr>
            </a:lvl6pPr>
            <a:lvl7pPr lvl="6" rtl="0">
              <a:lnSpc>
                <a:spcPct val="100000"/>
              </a:lnSpc>
              <a:spcBef>
                <a:spcPts val="0"/>
              </a:spcBef>
              <a:spcAft>
                <a:spcPts val="0"/>
              </a:spcAft>
              <a:buSzPts val="3600"/>
              <a:buNone/>
              <a:defRPr sz="2800">
                <a:solidFill>
                  <a:srgbClr val="000000"/>
                </a:solidFill>
              </a:defRPr>
            </a:lvl7pPr>
            <a:lvl8pPr lvl="7" rtl="0">
              <a:lnSpc>
                <a:spcPct val="100000"/>
              </a:lnSpc>
              <a:spcBef>
                <a:spcPts val="0"/>
              </a:spcBef>
              <a:spcAft>
                <a:spcPts val="0"/>
              </a:spcAft>
              <a:buSzPts val="3600"/>
              <a:buNone/>
              <a:defRPr sz="2800">
                <a:solidFill>
                  <a:srgbClr val="000000"/>
                </a:solidFill>
              </a:defRPr>
            </a:lvl8pPr>
            <a:lvl9pPr lvl="8" rtl="0">
              <a:lnSpc>
                <a:spcPct val="100000"/>
              </a:lnSpc>
              <a:spcBef>
                <a:spcPts val="0"/>
              </a:spcBef>
              <a:spcAft>
                <a:spcPts val="0"/>
              </a:spcAft>
              <a:buSzPts val="3600"/>
              <a:buNone/>
              <a:defRPr sz="2800">
                <a:solidFill>
                  <a:srgbClr val="000000"/>
                </a:solidFill>
              </a:defRPr>
            </a:lvl9pPr>
          </a:lstStyle>
          <a:p/>
        </p:txBody>
      </p:sp>
      <p:sp>
        <p:nvSpPr>
          <p:cNvPr id="42" name="Google Shape;42;p11"/>
          <p:cNvSpPr txBox="1"/>
          <p:nvPr>
            <p:ph idx="12" type="sldNum"/>
          </p:nvPr>
        </p:nvSpPr>
        <p:spPr>
          <a:xfrm>
            <a:off x="6975475" y="73025"/>
            <a:ext cx="2132100" cy="474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88900" lvl="0" marL="0" rtl="0" algn="r">
              <a:spcBef>
                <a:spcPts val="0"/>
              </a:spcBef>
              <a:spcAft>
                <a:spcPts val="0"/>
              </a:spcAft>
              <a:buSzPts val="1400"/>
              <a:buChar char="●"/>
            </a:pPr>
            <a:r>
              <a:t/>
            </a:r>
            <a:endParaRPr/>
          </a:p>
          <a:p>
            <a:pPr indent="-88900" lvl="1" marL="0" rtl="0" algn="l">
              <a:spcBef>
                <a:spcPts val="0"/>
              </a:spcBef>
              <a:spcAft>
                <a:spcPts val="0"/>
              </a:spcAft>
              <a:buSzPts val="1400"/>
              <a:buChar char="○"/>
            </a:pPr>
            <a:r>
              <a:t/>
            </a:r>
            <a:endParaRPr/>
          </a:p>
          <a:p>
            <a:pPr indent="-88900" lvl="2" marL="0" rtl="0" algn="l">
              <a:spcBef>
                <a:spcPts val="0"/>
              </a:spcBef>
              <a:spcAft>
                <a:spcPts val="0"/>
              </a:spcAft>
              <a:buSzPts val="1400"/>
              <a:buChar char="■"/>
            </a:pPr>
            <a:r>
              <a:t/>
            </a:r>
            <a:endParaRPr/>
          </a:p>
          <a:p>
            <a:pPr indent="-88900" lvl="3" marL="0" rtl="0" algn="l">
              <a:spcBef>
                <a:spcPts val="0"/>
              </a:spcBef>
              <a:spcAft>
                <a:spcPts val="0"/>
              </a:spcAft>
              <a:buSzPts val="1400"/>
              <a:buChar char="●"/>
            </a:pPr>
            <a:r>
              <a:t/>
            </a:r>
            <a:endParaRPr/>
          </a:p>
          <a:p>
            <a:pPr indent="-88900" lvl="4" marL="0" rtl="0" algn="l">
              <a:spcBef>
                <a:spcPts val="0"/>
              </a:spcBef>
              <a:spcAft>
                <a:spcPts val="0"/>
              </a:spcAft>
              <a:buSzPts val="1400"/>
              <a:buChar char="○"/>
            </a:pPr>
            <a:r>
              <a:t/>
            </a:r>
            <a:endParaRPr/>
          </a:p>
          <a:p>
            <a:pPr indent="-88900" lvl="5" marL="0" rtl="0" algn="l">
              <a:spcBef>
                <a:spcPts val="0"/>
              </a:spcBef>
              <a:spcAft>
                <a:spcPts val="0"/>
              </a:spcAft>
              <a:buSzPts val="1400"/>
              <a:buChar char="■"/>
            </a:pPr>
            <a:r>
              <a:t/>
            </a:r>
            <a:endParaRPr/>
          </a:p>
          <a:p>
            <a:pPr indent="-88900" lvl="6" marL="0" rtl="0" algn="l">
              <a:spcBef>
                <a:spcPts val="0"/>
              </a:spcBef>
              <a:spcAft>
                <a:spcPts val="0"/>
              </a:spcAft>
              <a:buSzPts val="1400"/>
              <a:buChar char="●"/>
            </a:pPr>
            <a:r>
              <a:t/>
            </a:r>
            <a:endParaRPr/>
          </a:p>
          <a:p>
            <a:pPr indent="-88900" lvl="7" marL="0" rtl="0" algn="l">
              <a:spcBef>
                <a:spcPts val="0"/>
              </a:spcBef>
              <a:spcAft>
                <a:spcPts val="0"/>
              </a:spcAft>
              <a:buSzPts val="1400"/>
              <a:buChar char="○"/>
            </a:pPr>
            <a:r>
              <a:t/>
            </a:r>
            <a:endParaRPr/>
          </a:p>
          <a:p>
            <a:pPr indent="-88900" lvl="8" marL="0" rtl="0" algn="l">
              <a:spcBef>
                <a:spcPts val="0"/>
              </a:spcBef>
              <a:spcAft>
                <a:spcPts val="0"/>
              </a:spcAft>
              <a:buSzPts val="1400"/>
              <a:buChar char="■"/>
            </a:pPr>
            <a:r>
              <a:t/>
            </a:r>
            <a:endParaRPr/>
          </a:p>
        </p:txBody>
      </p:sp>
      <p:sp>
        <p:nvSpPr>
          <p:cNvPr id="43" name="Google Shape;43;p11"/>
          <p:cNvSpPr txBox="1"/>
          <p:nvPr>
            <p:ph idx="1" type="body"/>
          </p:nvPr>
        </p:nvSpPr>
        <p:spPr>
          <a:xfrm>
            <a:off x="206375" y="765175"/>
            <a:ext cx="8685300" cy="5253000"/>
          </a:xfrm>
          <a:prstGeom prst="rect">
            <a:avLst/>
          </a:prstGeom>
          <a:noFill/>
          <a:ln>
            <a:noFill/>
          </a:ln>
        </p:spPr>
        <p:txBody>
          <a:bodyPr anchorCtr="0" anchor="t" bIns="91425" lIns="91425" spcFirstLastPara="1" rIns="91425" wrap="square" tIns="91425">
            <a:noAutofit/>
          </a:bodyPr>
          <a:lstStyle>
            <a:lvl1pPr indent="-419100" lvl="0" marL="457200" rtl="0" algn="l">
              <a:lnSpc>
                <a:spcPct val="100000"/>
              </a:lnSpc>
              <a:spcBef>
                <a:spcPts val="600"/>
              </a:spcBef>
              <a:spcAft>
                <a:spcPts val="0"/>
              </a:spcAft>
              <a:buClr>
                <a:srgbClr val="A50021"/>
              </a:buClr>
              <a:buSzPts val="3000"/>
              <a:buChar char="●"/>
              <a:defRPr sz="2400">
                <a:solidFill>
                  <a:srgbClr val="A50021"/>
                </a:solidFill>
              </a:defRPr>
            </a:lvl1pPr>
            <a:lvl2pPr indent="-381000" lvl="1" marL="914400" rtl="0">
              <a:lnSpc>
                <a:spcPct val="100000"/>
              </a:lnSpc>
              <a:spcBef>
                <a:spcPts val="0"/>
              </a:spcBef>
              <a:spcAft>
                <a:spcPts val="0"/>
              </a:spcAft>
              <a:buClr>
                <a:srgbClr val="003366"/>
              </a:buClr>
              <a:buSzPts val="2400"/>
              <a:buChar char="●"/>
              <a:defRPr sz="2000">
                <a:solidFill>
                  <a:srgbClr val="003366"/>
                </a:solidFill>
              </a:defRPr>
            </a:lvl2pPr>
            <a:lvl3pPr indent="-381000" lvl="2" marL="1371600" rtl="0">
              <a:lnSpc>
                <a:spcPct val="100000"/>
              </a:lnSpc>
              <a:spcBef>
                <a:spcPts val="0"/>
              </a:spcBef>
              <a:spcAft>
                <a:spcPts val="0"/>
              </a:spcAft>
              <a:buClr>
                <a:srgbClr val="000000"/>
              </a:buClr>
              <a:buSzPts val="2400"/>
              <a:buChar char="●"/>
              <a:defRPr sz="1800">
                <a:solidFill>
                  <a:srgbClr val="000000"/>
                </a:solidFill>
              </a:defRPr>
            </a:lvl3pPr>
            <a:lvl4pPr indent="-342900" lvl="3" marL="1828800" rtl="0">
              <a:lnSpc>
                <a:spcPct val="100000"/>
              </a:lnSpc>
              <a:spcBef>
                <a:spcPts val="0"/>
              </a:spcBef>
              <a:spcAft>
                <a:spcPts val="0"/>
              </a:spcAft>
              <a:buClr>
                <a:srgbClr val="A50021"/>
              </a:buClr>
              <a:buSzPts val="1800"/>
              <a:buChar char="●"/>
              <a:defRPr sz="1600"/>
            </a:lvl4pPr>
            <a:lvl5pPr indent="-342900" lvl="4" marL="2286000" rtl="0">
              <a:lnSpc>
                <a:spcPct val="100000"/>
              </a:lnSpc>
              <a:spcBef>
                <a:spcPts val="0"/>
              </a:spcBef>
              <a:spcAft>
                <a:spcPts val="0"/>
              </a:spcAft>
              <a:buClr>
                <a:srgbClr val="A50021"/>
              </a:buClr>
              <a:buSzPts val="1800"/>
              <a:buChar char="●"/>
              <a:defRPr sz="1600"/>
            </a:lvl5pPr>
            <a:lvl6pPr indent="-342900" lvl="5" marL="2743200" rtl="0">
              <a:lnSpc>
                <a:spcPct val="100000"/>
              </a:lnSpc>
              <a:spcBef>
                <a:spcPts val="0"/>
              </a:spcBef>
              <a:spcAft>
                <a:spcPts val="0"/>
              </a:spcAft>
              <a:buClr>
                <a:srgbClr val="A50021"/>
              </a:buClr>
              <a:buSzPts val="1800"/>
              <a:buChar char="●"/>
              <a:defRPr sz="2400">
                <a:solidFill>
                  <a:srgbClr val="A50021"/>
                </a:solidFill>
              </a:defRPr>
            </a:lvl6pPr>
            <a:lvl7pPr indent="-342900" lvl="6" marL="3200400" rtl="0">
              <a:lnSpc>
                <a:spcPct val="100000"/>
              </a:lnSpc>
              <a:spcBef>
                <a:spcPts val="0"/>
              </a:spcBef>
              <a:spcAft>
                <a:spcPts val="0"/>
              </a:spcAft>
              <a:buClr>
                <a:srgbClr val="A50021"/>
              </a:buClr>
              <a:buSzPts val="1800"/>
              <a:buChar char="●"/>
              <a:defRPr sz="2400">
                <a:solidFill>
                  <a:srgbClr val="A50021"/>
                </a:solidFill>
              </a:defRPr>
            </a:lvl7pPr>
            <a:lvl8pPr indent="-342900" lvl="7" marL="3657600" rtl="0">
              <a:lnSpc>
                <a:spcPct val="100000"/>
              </a:lnSpc>
              <a:spcBef>
                <a:spcPts val="0"/>
              </a:spcBef>
              <a:spcAft>
                <a:spcPts val="0"/>
              </a:spcAft>
              <a:buClr>
                <a:srgbClr val="A50021"/>
              </a:buClr>
              <a:buSzPts val="1800"/>
              <a:buChar char="●"/>
              <a:defRPr sz="2400">
                <a:solidFill>
                  <a:srgbClr val="A50021"/>
                </a:solidFill>
              </a:defRPr>
            </a:lvl8pPr>
            <a:lvl9pPr indent="-342900" lvl="8" marL="4114800" rtl="0">
              <a:lnSpc>
                <a:spcPct val="100000"/>
              </a:lnSpc>
              <a:spcBef>
                <a:spcPts val="0"/>
              </a:spcBef>
              <a:spcAft>
                <a:spcPts val="0"/>
              </a:spcAft>
              <a:buClr>
                <a:srgbClr val="A50021"/>
              </a:buClr>
              <a:buSzPts val="1800"/>
              <a:buChar char="●"/>
              <a:defRPr sz="2400">
                <a:solidFill>
                  <a:srgbClr val="A5002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 name="Shape 10"/>
        <p:cNvGrpSpPr/>
        <p:nvPr/>
      </p:nvGrpSpPr>
      <p:grpSpPr>
        <a:xfrm>
          <a:off x="0" y="0"/>
          <a:ext cx="0" cy="0"/>
          <a:chOff x="0" y="0"/>
          <a:chExt cx="0" cy="0"/>
        </a:xfrm>
      </p:grpSpPr>
      <p:sp>
        <p:nvSpPr>
          <p:cNvPr id="11" name="Google Shape;11;p1"/>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2pPr>
            <a:lvl3pPr lvl="2"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3pPr>
            <a:lvl4pPr lvl="3"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4pPr>
            <a:lvl5pPr lvl="4"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5pPr>
            <a:lvl6pPr lvl="5"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6pPr>
            <a:lvl7pPr lvl="6"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7pPr>
            <a:lvl8pPr lvl="7"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8pPr>
            <a:lvl9pPr lvl="8"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9pPr>
          </a:lstStyle>
          <a:p/>
        </p:txBody>
      </p:sp>
      <p:sp>
        <p:nvSpPr>
          <p:cNvPr id="12" name="Google Shape;12;p1"/>
          <p:cNvSpPr txBox="1"/>
          <p:nvPr>
            <p:ph idx="1" type="body"/>
          </p:nvPr>
        </p:nvSpPr>
        <p:spPr>
          <a:xfrm>
            <a:off x="457200" y="1600200"/>
            <a:ext cx="8229600" cy="4967700"/>
          </a:xfrm>
          <a:prstGeom prst="rect">
            <a:avLst/>
          </a:prstGeom>
          <a:noFill/>
          <a:ln>
            <a:noFill/>
          </a:ln>
        </p:spPr>
        <p:txBody>
          <a:bodyPr anchorCtr="0" anchor="t" bIns="91425" lIns="91425" spcFirstLastPara="1" rIns="91425" wrap="square" tIns="91425">
            <a:noAutofit/>
          </a:bodyPr>
          <a:lstStyle>
            <a:lvl1pPr indent="-419100" lvl="0" marL="457200" rtl="0" algn="l">
              <a:spcBef>
                <a:spcPts val="600"/>
              </a:spcBef>
              <a:spcAft>
                <a:spcPts val="0"/>
              </a:spcAft>
              <a:buClr>
                <a:schemeClr val="dk1"/>
              </a:buClr>
              <a:buSzPts val="3000"/>
              <a:buFont typeface="Arial"/>
              <a:buChar char="●"/>
              <a:defRPr b="0" i="0" sz="3000" u="none" cap="none" strike="noStrike">
                <a:solidFill>
                  <a:schemeClr val="dk1"/>
                </a:solidFill>
                <a:latin typeface="Arial"/>
                <a:ea typeface="Arial"/>
                <a:cs typeface="Arial"/>
                <a:sym typeface="Arial"/>
              </a:defRPr>
            </a:lvl1pPr>
            <a:lvl2pPr indent="-381000" lvl="1" marL="9144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42900" lvl="3" marL="1828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dpdk.org/about/#Architecture" TargetMode="External"/><Relationship Id="rId4" Type="http://schemas.openxmlformats.org/officeDocument/2006/relationships/hyperlink" Target="https://ebpf.io/what-is-ebp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 name="Shape 49"/>
        <p:cNvGrpSpPr/>
        <p:nvPr/>
      </p:nvGrpSpPr>
      <p:grpSpPr>
        <a:xfrm>
          <a:off x="0" y="0"/>
          <a:ext cx="0" cy="0"/>
          <a:chOff x="0" y="0"/>
          <a:chExt cx="0" cy="0"/>
        </a:xfrm>
      </p:grpSpPr>
      <p:sp>
        <p:nvSpPr>
          <p:cNvPr id="50" name="Google Shape;50;p12"/>
          <p:cNvSpPr txBox="1"/>
          <p:nvPr>
            <p:ph idx="1" type="subTitle"/>
          </p:nvPr>
        </p:nvSpPr>
        <p:spPr>
          <a:xfrm>
            <a:off x="954245" y="76850"/>
            <a:ext cx="8181300" cy="91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A50021"/>
              </a:buClr>
              <a:buFont typeface="Arial"/>
              <a:buNone/>
            </a:pPr>
            <a:r>
              <a:rPr lang="es">
                <a:latin typeface="Inter SemiBold"/>
                <a:ea typeface="Inter SemiBold"/>
                <a:cs typeface="Inter SemiBold"/>
                <a:sym typeface="Inter SemiBold"/>
              </a:rPr>
              <a:t>SISTEMAS OPERATIVOS</a:t>
            </a:r>
            <a:endParaRPr>
              <a:latin typeface="Inter SemiBold"/>
              <a:ea typeface="Inter SemiBold"/>
              <a:cs typeface="Inter SemiBold"/>
              <a:sym typeface="Inter SemiBold"/>
            </a:endParaRPr>
          </a:p>
          <a:p>
            <a:pPr indent="0" lvl="0" marL="0" marR="0" rtl="0" algn="l">
              <a:lnSpc>
                <a:spcPct val="100000"/>
              </a:lnSpc>
              <a:spcBef>
                <a:spcPts val="360"/>
              </a:spcBef>
              <a:spcAft>
                <a:spcPts val="0"/>
              </a:spcAft>
              <a:buClr>
                <a:srgbClr val="A50021"/>
              </a:buClr>
              <a:buFont typeface="Arial"/>
              <a:buNone/>
            </a:pPr>
            <a:r>
              <a:rPr i="1" lang="es" sz="1400" u="none" cap="none" strike="noStrike">
                <a:solidFill>
                  <a:srgbClr val="000000"/>
                </a:solidFill>
                <a:latin typeface="Inter"/>
                <a:ea typeface="Inter"/>
                <a:cs typeface="Inter"/>
                <a:sym typeface="Inter"/>
              </a:rPr>
              <a:t>Grado en </a:t>
            </a:r>
            <a:r>
              <a:rPr i="1" lang="es" sz="1400">
                <a:latin typeface="Inter"/>
                <a:ea typeface="Inter"/>
                <a:cs typeface="Inter"/>
                <a:sym typeface="Inter"/>
              </a:rPr>
              <a:t>Desarrollo de Videojuegos</a:t>
            </a:r>
            <a:endParaRPr i="1" sz="1400" u="none" cap="none" strike="noStrike">
              <a:solidFill>
                <a:srgbClr val="000000"/>
              </a:solidFill>
              <a:latin typeface="Inter"/>
              <a:ea typeface="Inter"/>
              <a:cs typeface="Inter"/>
              <a:sym typeface="Inter"/>
            </a:endParaRPr>
          </a:p>
          <a:p>
            <a:pPr indent="0" lvl="0" marL="0" marR="0" rtl="0" algn="l">
              <a:lnSpc>
                <a:spcPct val="100000"/>
              </a:lnSpc>
              <a:spcBef>
                <a:spcPts val="360"/>
              </a:spcBef>
              <a:spcAft>
                <a:spcPts val="0"/>
              </a:spcAft>
              <a:buClr>
                <a:srgbClr val="A50021"/>
              </a:buClr>
              <a:buFont typeface="Arial"/>
              <a:buNone/>
            </a:pPr>
            <a:r>
              <a:rPr i="1" lang="es" sz="1400" u="none" cap="none" strike="noStrike">
                <a:solidFill>
                  <a:srgbClr val="000000"/>
                </a:solidFill>
                <a:latin typeface="Inter"/>
                <a:ea typeface="Inter"/>
                <a:cs typeface="Inter"/>
                <a:sym typeface="Inter"/>
              </a:rPr>
              <a:t>Universidad Complutense de Madrid</a:t>
            </a:r>
            <a:endParaRPr i="0" sz="1400" u="none" cap="none" strike="noStrike">
              <a:solidFill>
                <a:srgbClr val="000000"/>
              </a:solidFill>
              <a:latin typeface="Inter"/>
              <a:ea typeface="Inter"/>
              <a:cs typeface="Inter"/>
              <a:sym typeface="Inter"/>
            </a:endParaRPr>
          </a:p>
        </p:txBody>
      </p:sp>
      <p:sp>
        <p:nvSpPr>
          <p:cNvPr id="51" name="Google Shape;51;p12"/>
          <p:cNvSpPr/>
          <p:nvPr/>
        </p:nvSpPr>
        <p:spPr>
          <a:xfrm>
            <a:off x="8400" y="113285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2"/>
          <p:cNvSpPr txBox="1"/>
          <p:nvPr>
            <p:ph idx="4294967295" type="ctrTitle"/>
          </p:nvPr>
        </p:nvSpPr>
        <p:spPr>
          <a:xfrm>
            <a:off x="534975" y="2720725"/>
            <a:ext cx="8629800" cy="91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50021"/>
              </a:buClr>
              <a:buFont typeface="Arial"/>
              <a:buNone/>
            </a:pPr>
            <a:r>
              <a:rPr i="0" lang="es" sz="3000" u="none" cap="none" strike="noStrike">
                <a:solidFill>
                  <a:srgbClr val="4279B1"/>
                </a:solidFill>
                <a:latin typeface="Inter"/>
                <a:ea typeface="Inter"/>
                <a:cs typeface="Inter"/>
                <a:sym typeface="Inter"/>
              </a:rPr>
              <a:t>TEMA </a:t>
            </a:r>
            <a:r>
              <a:rPr lang="es" sz="3000">
                <a:solidFill>
                  <a:srgbClr val="4279B1"/>
                </a:solidFill>
                <a:latin typeface="Inter"/>
                <a:ea typeface="Inter"/>
                <a:cs typeface="Inter"/>
                <a:sym typeface="Inter"/>
              </a:rPr>
              <a:t>1</a:t>
            </a:r>
            <a:r>
              <a:rPr lang="es" sz="3000">
                <a:solidFill>
                  <a:srgbClr val="4279B1"/>
                </a:solidFill>
                <a:latin typeface="Inter"/>
                <a:ea typeface="Inter"/>
                <a:cs typeface="Inter"/>
                <a:sym typeface="Inter"/>
              </a:rPr>
              <a:t>.</a:t>
            </a:r>
            <a:r>
              <a:rPr i="0" lang="es" sz="3000" u="none" cap="none" strike="noStrike">
                <a:solidFill>
                  <a:srgbClr val="4279B1"/>
                </a:solidFill>
                <a:latin typeface="Inter"/>
                <a:ea typeface="Inter"/>
                <a:cs typeface="Inter"/>
                <a:sym typeface="Inter"/>
              </a:rPr>
              <a:t> </a:t>
            </a:r>
            <a:r>
              <a:rPr lang="es" sz="3000">
                <a:solidFill>
                  <a:srgbClr val="4279B1"/>
                </a:solidFill>
                <a:latin typeface="Inter"/>
                <a:ea typeface="Inter"/>
                <a:cs typeface="Inter"/>
                <a:sym typeface="Inter"/>
              </a:rPr>
              <a:t>Introducción</a:t>
            </a:r>
            <a:endParaRPr b="0" i="0" sz="3000" u="none" cap="none" strike="noStrike">
              <a:solidFill>
                <a:srgbClr val="4279B1"/>
              </a:solidFill>
              <a:latin typeface="Inter"/>
              <a:ea typeface="Inter"/>
              <a:cs typeface="Inter"/>
              <a:sym typeface="Inter"/>
            </a:endParaRPr>
          </a:p>
        </p:txBody>
      </p:sp>
      <p:pic>
        <p:nvPicPr>
          <p:cNvPr id="53" name="Google Shape;53;p12" title="Escudo_de_la_Universidad_Complutense_de_Madrid.svg.png"/>
          <p:cNvPicPr preferRelativeResize="0"/>
          <p:nvPr/>
        </p:nvPicPr>
        <p:blipFill>
          <a:blip r:embed="rId3">
            <a:alphaModFix/>
          </a:blip>
          <a:stretch>
            <a:fillRect/>
          </a:stretch>
        </p:blipFill>
        <p:spPr>
          <a:xfrm>
            <a:off x="109725" y="76851"/>
            <a:ext cx="799893" cy="9185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3200">
                <a:solidFill>
                  <a:srgbClr val="000000"/>
                </a:solidFill>
                <a:latin typeface="Inter"/>
                <a:ea typeface="Inter"/>
                <a:cs typeface="Inter"/>
                <a:sym typeface="Inter"/>
              </a:rPr>
              <a:t>Tema 1.</a:t>
            </a:r>
            <a:r>
              <a:rPr b="0" lang="es" sz="3200">
                <a:solidFill>
                  <a:srgbClr val="000000"/>
                </a:solidFill>
                <a:latin typeface="Inter Medium"/>
                <a:ea typeface="Inter Medium"/>
                <a:cs typeface="Inter Medium"/>
                <a:sym typeface="Inter Medium"/>
              </a:rPr>
              <a:t> Introducción</a:t>
            </a:r>
            <a:endParaRPr b="0" i="0" sz="3200" u="none" cap="none" strike="noStrike">
              <a:solidFill>
                <a:srgbClr val="000000"/>
              </a:solidFill>
              <a:latin typeface="Inter Medium"/>
              <a:ea typeface="Inter Medium"/>
              <a:cs typeface="Inter Medium"/>
              <a:sym typeface="Inter Medium"/>
            </a:endParaRPr>
          </a:p>
        </p:txBody>
      </p:sp>
      <p:sp>
        <p:nvSpPr>
          <p:cNvPr id="60" name="Google Shape;60;p13"/>
          <p:cNvSpPr txBox="1"/>
          <p:nvPr/>
        </p:nvSpPr>
        <p:spPr>
          <a:xfrm>
            <a:off x="197825" y="803850"/>
            <a:ext cx="8946300" cy="582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000"/>
              </a:spcBef>
              <a:spcAft>
                <a:spcPts val="0"/>
              </a:spcAft>
              <a:buNone/>
            </a:pPr>
            <a:r>
              <a:rPr b="1" lang="es" sz="1800">
                <a:latin typeface="Inter"/>
                <a:ea typeface="Inter"/>
                <a:cs typeface="Inter"/>
                <a:sym typeface="Inter"/>
              </a:rPr>
              <a:t>1</a:t>
            </a:r>
            <a:r>
              <a:rPr b="1" lang="es" sz="1800">
                <a:latin typeface="Inter"/>
                <a:ea typeface="Inter"/>
                <a:cs typeface="Inter"/>
                <a:sym typeface="Inter"/>
              </a:rPr>
              <a:t>.1 Fundamentos de los Sistemas Operativos</a:t>
            </a:r>
            <a:endParaRPr b="1" sz="1800">
              <a:latin typeface="Inter"/>
              <a:ea typeface="Inter"/>
              <a:cs typeface="Inter"/>
              <a:sym typeface="Inter"/>
            </a:endParaRPr>
          </a:p>
          <a:p>
            <a:pPr indent="-323850" lvl="0" marL="457200" rtl="0" algn="l">
              <a:spcBef>
                <a:spcPts val="1000"/>
              </a:spcBef>
              <a:spcAft>
                <a:spcPts val="0"/>
              </a:spcAft>
              <a:buSzPts val="1500"/>
              <a:buFont typeface="Inter"/>
              <a:buChar char="●"/>
            </a:pPr>
            <a:r>
              <a:rPr lang="es" sz="1500">
                <a:latin typeface="Inter"/>
                <a:ea typeface="Inter"/>
                <a:cs typeface="Inter"/>
                <a:sym typeface="Inter"/>
              </a:rPr>
              <a:t>Kernel</a:t>
            </a:r>
            <a:endParaRPr sz="1500">
              <a:latin typeface="Inter"/>
              <a:ea typeface="Inter"/>
              <a:cs typeface="Inter"/>
              <a:sym typeface="Inter"/>
            </a:endParaRPr>
          </a:p>
          <a:p>
            <a:pPr indent="-323850" lvl="0" marL="457200" rtl="0" algn="l">
              <a:spcBef>
                <a:spcPts val="1000"/>
              </a:spcBef>
              <a:spcAft>
                <a:spcPts val="0"/>
              </a:spcAft>
              <a:buSzPts val="1500"/>
              <a:buFont typeface="Inter"/>
              <a:buChar char="●"/>
            </a:pPr>
            <a:r>
              <a:rPr lang="es" sz="1500">
                <a:latin typeface="Inter"/>
                <a:ea typeface="Inter"/>
                <a:cs typeface="Inter"/>
                <a:sym typeface="Inter"/>
              </a:rPr>
              <a:t>Llamadas al sistema</a:t>
            </a:r>
            <a:endParaRPr sz="1500">
              <a:latin typeface="Inter"/>
              <a:ea typeface="Inter"/>
              <a:cs typeface="Inter"/>
              <a:sym typeface="Inter"/>
            </a:endParaRPr>
          </a:p>
          <a:p>
            <a:pPr indent="-323850" lvl="0" marL="457200" rtl="0" algn="l">
              <a:spcBef>
                <a:spcPts val="1000"/>
              </a:spcBef>
              <a:spcAft>
                <a:spcPts val="0"/>
              </a:spcAft>
              <a:buSzPts val="1500"/>
              <a:buFont typeface="Inter"/>
              <a:buChar char="●"/>
            </a:pPr>
            <a:r>
              <a:rPr lang="es" sz="1500">
                <a:latin typeface="Inter"/>
                <a:ea typeface="Inter"/>
                <a:cs typeface="Inter"/>
                <a:sym typeface="Inter"/>
              </a:rPr>
              <a:t>Procesos</a:t>
            </a:r>
            <a:endParaRPr sz="1500">
              <a:latin typeface="Inter"/>
              <a:ea typeface="Inter"/>
              <a:cs typeface="Inter"/>
              <a:sym typeface="Inter"/>
            </a:endParaRPr>
          </a:p>
          <a:p>
            <a:pPr indent="-323850" lvl="0" marL="457200" rtl="0" algn="l">
              <a:spcBef>
                <a:spcPts val="1000"/>
              </a:spcBef>
              <a:spcAft>
                <a:spcPts val="0"/>
              </a:spcAft>
              <a:buSzPts val="1500"/>
              <a:buFont typeface="Inter"/>
              <a:buChar char="●"/>
            </a:pPr>
            <a:r>
              <a:rPr lang="es" sz="1500">
                <a:latin typeface="Inter"/>
                <a:ea typeface="Inter"/>
                <a:cs typeface="Inter"/>
                <a:sym typeface="Inter"/>
              </a:rPr>
              <a:t>Memoria Virtual</a:t>
            </a:r>
            <a:endParaRPr sz="1500">
              <a:latin typeface="Inter"/>
              <a:ea typeface="Inter"/>
              <a:cs typeface="Inter"/>
              <a:sym typeface="Inter"/>
            </a:endParaRPr>
          </a:p>
          <a:p>
            <a:pPr indent="-323850" lvl="0" marL="457200" rtl="0" algn="l">
              <a:spcBef>
                <a:spcPts val="1000"/>
              </a:spcBef>
              <a:spcAft>
                <a:spcPts val="0"/>
              </a:spcAft>
              <a:buSzPts val="1500"/>
              <a:buFont typeface="Inter"/>
              <a:buChar char="●"/>
            </a:pPr>
            <a:r>
              <a:rPr lang="es" sz="1500">
                <a:latin typeface="Inter"/>
                <a:ea typeface="Inter"/>
                <a:cs typeface="Inter"/>
                <a:sym typeface="Inter"/>
              </a:rPr>
              <a:t>Planificadores</a:t>
            </a:r>
            <a:endParaRPr sz="1500">
              <a:latin typeface="Inter"/>
              <a:ea typeface="Inter"/>
              <a:cs typeface="Inter"/>
              <a:sym typeface="Inter"/>
            </a:endParaRPr>
          </a:p>
          <a:p>
            <a:pPr indent="-323850" lvl="0" marL="457200" rtl="0" algn="l">
              <a:spcBef>
                <a:spcPts val="1000"/>
              </a:spcBef>
              <a:spcAft>
                <a:spcPts val="0"/>
              </a:spcAft>
              <a:buSzPts val="1500"/>
              <a:buFont typeface="Inter"/>
              <a:buChar char="●"/>
            </a:pPr>
            <a:r>
              <a:rPr lang="es" sz="1500">
                <a:latin typeface="Inter"/>
                <a:ea typeface="Inter"/>
                <a:cs typeface="Inter"/>
                <a:sym typeface="Inter"/>
              </a:rPr>
              <a:t>Sistemas de Ficheros</a:t>
            </a:r>
            <a:endParaRPr sz="1500">
              <a:latin typeface="Inter"/>
              <a:ea typeface="Inter"/>
              <a:cs typeface="Inter"/>
              <a:sym typeface="Inter"/>
            </a:endParaRPr>
          </a:p>
          <a:p>
            <a:pPr indent="-323850" lvl="0" marL="457200" rtl="0" algn="l">
              <a:spcBef>
                <a:spcPts val="1000"/>
              </a:spcBef>
              <a:spcAft>
                <a:spcPts val="0"/>
              </a:spcAft>
              <a:buSzPts val="1500"/>
              <a:buFont typeface="Inter"/>
              <a:buChar char="●"/>
            </a:pPr>
            <a:r>
              <a:rPr lang="es" sz="1500">
                <a:latin typeface="Inter"/>
                <a:ea typeface="Inter"/>
                <a:cs typeface="Inter"/>
                <a:sym typeface="Inter"/>
              </a:rPr>
              <a:t>Controladores de Dispositivos</a:t>
            </a:r>
            <a:endParaRPr sz="1500">
              <a:latin typeface="Inter"/>
              <a:ea typeface="Inter"/>
              <a:cs typeface="Inter"/>
              <a:sym typeface="Inter"/>
            </a:endParaRPr>
          </a:p>
          <a:p>
            <a:pPr indent="0" lvl="0" marL="0" rtl="0" algn="l">
              <a:spcBef>
                <a:spcPts val="1000"/>
              </a:spcBef>
              <a:spcAft>
                <a:spcPts val="0"/>
              </a:spcAft>
              <a:buNone/>
            </a:pPr>
            <a:r>
              <a:rPr b="1" lang="es" sz="1800">
                <a:latin typeface="Inter"/>
                <a:ea typeface="Inter"/>
                <a:cs typeface="Inter"/>
                <a:sym typeface="Inter"/>
              </a:rPr>
              <a:t>1</a:t>
            </a:r>
            <a:r>
              <a:rPr b="1" lang="es" sz="1800">
                <a:latin typeface="Inter"/>
                <a:ea typeface="Inter"/>
                <a:cs typeface="Inter"/>
                <a:sym typeface="Inter"/>
              </a:rPr>
              <a:t>.2 </a:t>
            </a:r>
            <a:r>
              <a:rPr b="1" lang="es" sz="1800">
                <a:latin typeface="Inter"/>
                <a:ea typeface="Inter"/>
                <a:cs typeface="Inter"/>
                <a:sym typeface="Inter"/>
              </a:rPr>
              <a:t>La línea de comandos shell</a:t>
            </a:r>
            <a:endParaRPr sz="1500">
              <a:latin typeface="Inter"/>
              <a:ea typeface="Inter"/>
              <a:cs typeface="Inter"/>
              <a:sym typeface="Inter"/>
            </a:endParaRPr>
          </a:p>
          <a:p>
            <a:pPr indent="-323850" lvl="0" marL="457200" rtl="0" algn="l">
              <a:spcBef>
                <a:spcPts val="1000"/>
              </a:spcBef>
              <a:spcAft>
                <a:spcPts val="0"/>
              </a:spcAft>
              <a:buClr>
                <a:srgbClr val="000000"/>
              </a:buClr>
              <a:buSzPts val="1500"/>
              <a:buFont typeface="Inter"/>
              <a:buChar char="●"/>
            </a:pPr>
            <a:r>
              <a:rPr lang="es" sz="1500">
                <a:solidFill>
                  <a:srgbClr val="000000"/>
                </a:solidFill>
                <a:latin typeface="Inter"/>
                <a:ea typeface="Inter"/>
                <a:cs typeface="Inter"/>
                <a:sym typeface="Inter"/>
              </a:rPr>
              <a:t>Jerarquía. Ruta absoluta y relativa</a:t>
            </a:r>
            <a:endParaRPr sz="1500">
              <a:solidFill>
                <a:srgbClr val="000000"/>
              </a:solidFill>
              <a:latin typeface="Inter"/>
              <a:ea typeface="Inter"/>
              <a:cs typeface="Inter"/>
              <a:sym typeface="Inter"/>
            </a:endParaRPr>
          </a:p>
          <a:p>
            <a:pPr indent="-323850" lvl="0" marL="457200" rtl="0" algn="l">
              <a:spcBef>
                <a:spcPts val="1000"/>
              </a:spcBef>
              <a:spcAft>
                <a:spcPts val="0"/>
              </a:spcAft>
              <a:buSzPts val="1500"/>
              <a:buFont typeface="Inter"/>
              <a:buChar char="●"/>
            </a:pPr>
            <a:r>
              <a:rPr lang="es" sz="1500">
                <a:latin typeface="Inter"/>
                <a:ea typeface="Inter"/>
                <a:cs typeface="Inter"/>
                <a:sym typeface="Inter"/>
              </a:rPr>
              <a:t>Estructura de directorio</a:t>
            </a:r>
            <a:endParaRPr sz="1500">
              <a:latin typeface="Inter"/>
              <a:ea typeface="Inter"/>
              <a:cs typeface="Inter"/>
              <a:sym typeface="Inter"/>
            </a:endParaRPr>
          </a:p>
          <a:p>
            <a:pPr indent="-323850" lvl="0" marL="457200" rtl="0" algn="l">
              <a:spcBef>
                <a:spcPts val="1000"/>
              </a:spcBef>
              <a:spcAft>
                <a:spcPts val="0"/>
              </a:spcAft>
              <a:buSzPts val="1500"/>
              <a:buFont typeface="Inter"/>
              <a:buChar char="●"/>
            </a:pPr>
            <a:r>
              <a:rPr lang="es" sz="1500">
                <a:latin typeface="Inter"/>
                <a:ea typeface="Inter"/>
                <a:cs typeface="Inter"/>
                <a:sym typeface="Inter"/>
              </a:rPr>
              <a:t>Enlaces</a:t>
            </a:r>
            <a:endParaRPr sz="1500">
              <a:latin typeface="Inter"/>
              <a:ea typeface="Inter"/>
              <a:cs typeface="Inter"/>
              <a:sym typeface="Inter"/>
            </a:endParaRPr>
          </a:p>
          <a:p>
            <a:pPr indent="0" lvl="0" marL="0" rtl="0" algn="l">
              <a:spcBef>
                <a:spcPts val="1000"/>
              </a:spcBef>
              <a:spcAft>
                <a:spcPts val="0"/>
              </a:spcAft>
              <a:buNone/>
            </a:pPr>
            <a:r>
              <a:rPr b="1" lang="es" sz="1800">
                <a:latin typeface="Inter"/>
                <a:ea typeface="Inter"/>
                <a:cs typeface="Inter"/>
                <a:sym typeface="Inter"/>
              </a:rPr>
              <a:t>1</a:t>
            </a:r>
            <a:r>
              <a:rPr b="1" lang="es" sz="1800">
                <a:solidFill>
                  <a:srgbClr val="000000"/>
                </a:solidFill>
                <a:latin typeface="Inter"/>
                <a:ea typeface="Inter"/>
                <a:cs typeface="Inter"/>
                <a:sym typeface="Inter"/>
              </a:rPr>
              <a:t>.3 </a:t>
            </a:r>
            <a:r>
              <a:rPr b="1" lang="es" sz="1800">
                <a:latin typeface="Inter"/>
                <a:ea typeface="Inter"/>
                <a:cs typeface="Inter"/>
                <a:sym typeface="Inter"/>
              </a:rPr>
              <a:t>Llamadas al sistema y entorno de desarrollo</a:t>
            </a:r>
            <a:endParaRPr b="1" sz="1800">
              <a:latin typeface="Inter"/>
              <a:ea typeface="Inter"/>
              <a:cs typeface="Inter"/>
              <a:sym typeface="Inter"/>
            </a:endParaRPr>
          </a:p>
          <a:p>
            <a:pPr indent="-323850" lvl="0" marL="457200" rtl="0" algn="l">
              <a:spcBef>
                <a:spcPts val="1000"/>
              </a:spcBef>
              <a:spcAft>
                <a:spcPts val="0"/>
              </a:spcAft>
              <a:buSzPts val="1500"/>
              <a:buFont typeface="Inter"/>
              <a:buChar char="●"/>
            </a:pPr>
            <a:r>
              <a:rPr lang="es" sz="1500">
                <a:latin typeface="Inter"/>
                <a:ea typeface="Inter"/>
                <a:cs typeface="Inter"/>
                <a:sym typeface="Inter"/>
              </a:rPr>
              <a:t>CLI</a:t>
            </a:r>
            <a:endParaRPr sz="1500">
              <a:latin typeface="Inter"/>
              <a:ea typeface="Inter"/>
              <a:cs typeface="Inter"/>
              <a:sym typeface="Inter"/>
            </a:endParaRPr>
          </a:p>
          <a:p>
            <a:pPr indent="-323850" lvl="0" marL="457200" rtl="0" algn="l">
              <a:spcBef>
                <a:spcPts val="1000"/>
              </a:spcBef>
              <a:spcAft>
                <a:spcPts val="0"/>
              </a:spcAft>
              <a:buSzPts val="1500"/>
              <a:buFont typeface="Inter"/>
              <a:buChar char="●"/>
            </a:pPr>
            <a:r>
              <a:rPr lang="es" sz="1500">
                <a:latin typeface="Inter"/>
                <a:ea typeface="Inter"/>
                <a:cs typeface="Inter"/>
                <a:sym typeface="Inter"/>
              </a:rPr>
              <a:t>Llamadas al sistema</a:t>
            </a:r>
            <a:endParaRPr sz="1500">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14"/>
          <p:cNvSpPr txBox="1"/>
          <p:nvPr>
            <p:ph idx="1" type="subTitle"/>
          </p:nvPr>
        </p:nvSpPr>
        <p:spPr>
          <a:xfrm>
            <a:off x="954245" y="76850"/>
            <a:ext cx="8181300" cy="91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A50021"/>
              </a:buClr>
              <a:buFont typeface="Arial"/>
              <a:buNone/>
            </a:pPr>
            <a:r>
              <a:rPr lang="es">
                <a:latin typeface="Inter SemiBold"/>
                <a:ea typeface="Inter SemiBold"/>
                <a:cs typeface="Inter SemiBold"/>
                <a:sym typeface="Inter SemiBold"/>
              </a:rPr>
              <a:t>SISTEMAS OPERATIVOS</a:t>
            </a:r>
            <a:endParaRPr>
              <a:latin typeface="Inter SemiBold"/>
              <a:ea typeface="Inter SemiBold"/>
              <a:cs typeface="Inter SemiBold"/>
              <a:sym typeface="Inter SemiBold"/>
            </a:endParaRPr>
          </a:p>
          <a:p>
            <a:pPr indent="0" lvl="0" marL="0" marR="0" rtl="0" algn="l">
              <a:lnSpc>
                <a:spcPct val="100000"/>
              </a:lnSpc>
              <a:spcBef>
                <a:spcPts val="360"/>
              </a:spcBef>
              <a:spcAft>
                <a:spcPts val="0"/>
              </a:spcAft>
              <a:buClr>
                <a:srgbClr val="A50021"/>
              </a:buClr>
              <a:buFont typeface="Arial"/>
              <a:buNone/>
            </a:pPr>
            <a:r>
              <a:rPr i="1" lang="es" sz="1400" u="none" cap="none" strike="noStrike">
                <a:solidFill>
                  <a:srgbClr val="000000"/>
                </a:solidFill>
                <a:latin typeface="Inter"/>
                <a:ea typeface="Inter"/>
                <a:cs typeface="Inter"/>
                <a:sym typeface="Inter"/>
              </a:rPr>
              <a:t>Grado en </a:t>
            </a:r>
            <a:r>
              <a:rPr i="1" lang="es" sz="1400">
                <a:latin typeface="Inter"/>
                <a:ea typeface="Inter"/>
                <a:cs typeface="Inter"/>
                <a:sym typeface="Inter"/>
              </a:rPr>
              <a:t>Desarrollo de Videojuegos</a:t>
            </a:r>
            <a:endParaRPr i="1" sz="1400" u="none" cap="none" strike="noStrike">
              <a:solidFill>
                <a:srgbClr val="000000"/>
              </a:solidFill>
              <a:latin typeface="Inter"/>
              <a:ea typeface="Inter"/>
              <a:cs typeface="Inter"/>
              <a:sym typeface="Inter"/>
            </a:endParaRPr>
          </a:p>
          <a:p>
            <a:pPr indent="0" lvl="0" marL="0" marR="0" rtl="0" algn="l">
              <a:lnSpc>
                <a:spcPct val="100000"/>
              </a:lnSpc>
              <a:spcBef>
                <a:spcPts val="360"/>
              </a:spcBef>
              <a:spcAft>
                <a:spcPts val="0"/>
              </a:spcAft>
              <a:buClr>
                <a:srgbClr val="A50021"/>
              </a:buClr>
              <a:buFont typeface="Arial"/>
              <a:buNone/>
            </a:pPr>
            <a:r>
              <a:rPr i="1" lang="es" sz="1400" u="none" cap="none" strike="noStrike">
                <a:solidFill>
                  <a:srgbClr val="000000"/>
                </a:solidFill>
                <a:latin typeface="Inter"/>
                <a:ea typeface="Inter"/>
                <a:cs typeface="Inter"/>
                <a:sym typeface="Inter"/>
              </a:rPr>
              <a:t>Universidad Complutense de Madrid</a:t>
            </a:r>
            <a:endParaRPr i="0" sz="1400" u="none" cap="none" strike="noStrike">
              <a:solidFill>
                <a:srgbClr val="000000"/>
              </a:solidFill>
              <a:latin typeface="Inter"/>
              <a:ea typeface="Inter"/>
              <a:cs typeface="Inter"/>
              <a:sym typeface="Inter"/>
            </a:endParaRPr>
          </a:p>
        </p:txBody>
      </p:sp>
      <p:sp>
        <p:nvSpPr>
          <p:cNvPr id="68" name="Google Shape;68;p14"/>
          <p:cNvSpPr/>
          <p:nvPr/>
        </p:nvSpPr>
        <p:spPr>
          <a:xfrm>
            <a:off x="8400" y="113285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txBox="1"/>
          <p:nvPr>
            <p:ph idx="4294967295" type="ctrTitle"/>
          </p:nvPr>
        </p:nvSpPr>
        <p:spPr>
          <a:xfrm>
            <a:off x="0" y="2720725"/>
            <a:ext cx="9164700" cy="91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50021"/>
              </a:buClr>
              <a:buFont typeface="Arial"/>
              <a:buNone/>
            </a:pPr>
            <a:r>
              <a:rPr i="0" lang="es" sz="3000" u="none" cap="none" strike="noStrike">
                <a:solidFill>
                  <a:srgbClr val="4279B1"/>
                </a:solidFill>
                <a:latin typeface="Inter"/>
                <a:ea typeface="Inter"/>
                <a:cs typeface="Inter"/>
                <a:sym typeface="Inter"/>
              </a:rPr>
              <a:t>TEMA </a:t>
            </a:r>
            <a:r>
              <a:rPr lang="es" sz="3000">
                <a:solidFill>
                  <a:srgbClr val="4279B1"/>
                </a:solidFill>
                <a:latin typeface="Inter"/>
                <a:ea typeface="Inter"/>
                <a:cs typeface="Inter"/>
                <a:sym typeface="Inter"/>
              </a:rPr>
              <a:t>1.1</a:t>
            </a:r>
            <a:r>
              <a:rPr i="0" lang="es" sz="3000" u="none" cap="none" strike="noStrike">
                <a:solidFill>
                  <a:srgbClr val="4279B1"/>
                </a:solidFill>
                <a:latin typeface="Inter"/>
                <a:ea typeface="Inter"/>
                <a:cs typeface="Inter"/>
                <a:sym typeface="Inter"/>
              </a:rPr>
              <a:t> </a:t>
            </a:r>
            <a:r>
              <a:rPr lang="es" sz="3000">
                <a:solidFill>
                  <a:srgbClr val="4279B1"/>
                </a:solidFill>
                <a:latin typeface="Inter"/>
                <a:ea typeface="Inter"/>
                <a:cs typeface="Inter"/>
                <a:sym typeface="Inter"/>
              </a:rPr>
              <a:t>Fundamentos de los SO</a:t>
            </a:r>
            <a:endParaRPr b="0" i="0" sz="3000" u="none" cap="none" strike="noStrike">
              <a:solidFill>
                <a:srgbClr val="4279B1"/>
              </a:solidFill>
              <a:latin typeface="Inter"/>
              <a:ea typeface="Inter"/>
              <a:cs typeface="Inter"/>
              <a:sym typeface="Inter"/>
            </a:endParaRPr>
          </a:p>
        </p:txBody>
      </p:sp>
      <p:pic>
        <p:nvPicPr>
          <p:cNvPr id="70" name="Google Shape;70;p14" title="Escudo_de_la_Universidad_Complutense_de_Madrid.svg.png"/>
          <p:cNvPicPr preferRelativeResize="0"/>
          <p:nvPr/>
        </p:nvPicPr>
        <p:blipFill>
          <a:blip r:embed="rId3">
            <a:alphaModFix/>
          </a:blip>
          <a:stretch>
            <a:fillRect/>
          </a:stretch>
        </p:blipFill>
        <p:spPr>
          <a:xfrm>
            <a:off x="109725" y="76851"/>
            <a:ext cx="799893" cy="9185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Fundamentos de los Sistemas Operativos</a:t>
            </a:r>
            <a:endParaRPr b="0" i="0" sz="3200" u="none" cap="none" strike="noStrike">
              <a:solidFill>
                <a:srgbClr val="000000"/>
              </a:solidFill>
              <a:latin typeface="Inter Medium"/>
              <a:ea typeface="Inter Medium"/>
              <a:cs typeface="Inter Medium"/>
              <a:sym typeface="Inter Medium"/>
            </a:endParaRPr>
          </a:p>
        </p:txBody>
      </p:sp>
      <p:sp>
        <p:nvSpPr>
          <p:cNvPr id="77" name="Google Shape;77;p15"/>
          <p:cNvSpPr txBox="1"/>
          <p:nvPr/>
        </p:nvSpPr>
        <p:spPr>
          <a:xfrm>
            <a:off x="0" y="803850"/>
            <a:ext cx="9144000" cy="5825700"/>
          </a:xfrm>
          <a:prstGeom prst="rect">
            <a:avLst/>
          </a:prstGeom>
          <a:noFill/>
          <a:ln>
            <a:noFill/>
          </a:ln>
        </p:spPr>
        <p:txBody>
          <a:bodyPr anchorCtr="0" anchor="t" bIns="91425" lIns="91425" spcFirstLastPara="1" rIns="91425" wrap="square" tIns="91425">
            <a:noAutofit/>
          </a:bodyPr>
          <a:lstStyle/>
          <a:p>
            <a:pPr indent="-412750" lvl="0" marL="457200" rtl="0" algn="l">
              <a:lnSpc>
                <a:spcPct val="100000"/>
              </a:lnSpc>
              <a:spcBef>
                <a:spcPts val="1000"/>
              </a:spcBef>
              <a:spcAft>
                <a:spcPts val="0"/>
              </a:spcAft>
              <a:buSzPts val="2900"/>
              <a:buFont typeface="Inter"/>
              <a:buChar char="●"/>
            </a:pPr>
            <a:r>
              <a:rPr i="1" lang="es" sz="2900">
                <a:latin typeface="Inter"/>
                <a:ea typeface="Inter"/>
                <a:cs typeface="Inter"/>
                <a:sym typeface="Inter"/>
              </a:rPr>
              <a:t>Kernel</a:t>
            </a:r>
            <a:endParaRPr i="1" sz="2900">
              <a:latin typeface="Inter"/>
              <a:ea typeface="Inter"/>
              <a:cs typeface="Inter"/>
              <a:sym typeface="Inter"/>
            </a:endParaRPr>
          </a:p>
          <a:p>
            <a:pPr indent="-412750" lvl="0" marL="457200" rtl="0" algn="l">
              <a:lnSpc>
                <a:spcPct val="100000"/>
              </a:lnSpc>
              <a:spcBef>
                <a:spcPts val="1000"/>
              </a:spcBef>
              <a:spcAft>
                <a:spcPts val="0"/>
              </a:spcAft>
              <a:buSzPts val="2900"/>
              <a:buFont typeface="Inter"/>
              <a:buChar char="●"/>
            </a:pPr>
            <a:r>
              <a:rPr lang="es" sz="2900">
                <a:solidFill>
                  <a:schemeClr val="dk1"/>
                </a:solidFill>
                <a:latin typeface="Inter"/>
                <a:ea typeface="Inter"/>
                <a:cs typeface="Inter"/>
                <a:sym typeface="Inter"/>
              </a:rPr>
              <a:t>Llamadas al sistema</a:t>
            </a:r>
            <a:endParaRPr sz="2900">
              <a:latin typeface="Inter"/>
              <a:ea typeface="Inter"/>
              <a:cs typeface="Inter"/>
              <a:sym typeface="Inter"/>
            </a:endParaRPr>
          </a:p>
          <a:p>
            <a:pPr indent="-412750" lvl="0" marL="457200" rtl="0" algn="l">
              <a:lnSpc>
                <a:spcPct val="100000"/>
              </a:lnSpc>
              <a:spcBef>
                <a:spcPts val="1000"/>
              </a:spcBef>
              <a:spcAft>
                <a:spcPts val="0"/>
              </a:spcAft>
              <a:buSzPts val="2900"/>
              <a:buFont typeface="Inter"/>
              <a:buChar char="●"/>
            </a:pPr>
            <a:r>
              <a:rPr lang="es" sz="2900">
                <a:latin typeface="Inter"/>
                <a:ea typeface="Inter"/>
                <a:cs typeface="Inter"/>
                <a:sym typeface="Inter"/>
              </a:rPr>
              <a:t>Procesos</a:t>
            </a:r>
            <a:endParaRPr sz="2900">
              <a:latin typeface="Inter"/>
              <a:ea typeface="Inter"/>
              <a:cs typeface="Inter"/>
              <a:sym typeface="Inter"/>
            </a:endParaRPr>
          </a:p>
          <a:p>
            <a:pPr indent="-412750" lvl="0" marL="457200" rtl="0" algn="l">
              <a:lnSpc>
                <a:spcPct val="100000"/>
              </a:lnSpc>
              <a:spcBef>
                <a:spcPts val="1000"/>
              </a:spcBef>
              <a:spcAft>
                <a:spcPts val="0"/>
              </a:spcAft>
              <a:buSzPts val="2900"/>
              <a:buFont typeface="Inter"/>
              <a:buChar char="●"/>
            </a:pPr>
            <a:r>
              <a:rPr lang="es" sz="2900">
                <a:latin typeface="Inter"/>
                <a:ea typeface="Inter"/>
                <a:cs typeface="Inter"/>
                <a:sym typeface="Inter"/>
              </a:rPr>
              <a:t>Memoria Virtual</a:t>
            </a:r>
            <a:endParaRPr sz="2900">
              <a:latin typeface="Inter"/>
              <a:ea typeface="Inter"/>
              <a:cs typeface="Inter"/>
              <a:sym typeface="Inter"/>
            </a:endParaRPr>
          </a:p>
          <a:p>
            <a:pPr indent="-412750" lvl="0" marL="457200" rtl="0" algn="l">
              <a:lnSpc>
                <a:spcPct val="100000"/>
              </a:lnSpc>
              <a:spcBef>
                <a:spcPts val="1000"/>
              </a:spcBef>
              <a:spcAft>
                <a:spcPts val="0"/>
              </a:spcAft>
              <a:buSzPts val="2900"/>
              <a:buFont typeface="Inter"/>
              <a:buChar char="●"/>
            </a:pPr>
            <a:r>
              <a:rPr lang="es" sz="2900">
                <a:latin typeface="Inter"/>
                <a:ea typeface="Inter"/>
                <a:cs typeface="Inter"/>
                <a:sym typeface="Inter"/>
              </a:rPr>
              <a:t>Planificadores</a:t>
            </a:r>
            <a:endParaRPr sz="2900">
              <a:latin typeface="Inter"/>
              <a:ea typeface="Inter"/>
              <a:cs typeface="Inter"/>
              <a:sym typeface="Inter"/>
            </a:endParaRPr>
          </a:p>
          <a:p>
            <a:pPr indent="-412750" lvl="0" marL="457200" rtl="0" algn="l">
              <a:lnSpc>
                <a:spcPct val="100000"/>
              </a:lnSpc>
              <a:spcBef>
                <a:spcPts val="1000"/>
              </a:spcBef>
              <a:spcAft>
                <a:spcPts val="0"/>
              </a:spcAft>
              <a:buSzPts val="2900"/>
              <a:buFont typeface="Inter"/>
              <a:buChar char="●"/>
            </a:pPr>
            <a:r>
              <a:rPr lang="es" sz="2900">
                <a:latin typeface="Inter"/>
                <a:ea typeface="Inter"/>
                <a:cs typeface="Inter"/>
                <a:sym typeface="Inter"/>
              </a:rPr>
              <a:t>Sistemas de Ficheros</a:t>
            </a:r>
            <a:endParaRPr sz="2900">
              <a:latin typeface="Inter"/>
              <a:ea typeface="Inter"/>
              <a:cs typeface="Inter"/>
              <a:sym typeface="Inter"/>
            </a:endParaRPr>
          </a:p>
          <a:p>
            <a:pPr indent="-412750" lvl="0" marL="457200" rtl="0" algn="l">
              <a:lnSpc>
                <a:spcPct val="100000"/>
              </a:lnSpc>
              <a:spcBef>
                <a:spcPts val="1000"/>
              </a:spcBef>
              <a:spcAft>
                <a:spcPts val="0"/>
              </a:spcAft>
              <a:buSzPts val="2900"/>
              <a:buFont typeface="Inter"/>
              <a:buChar char="●"/>
            </a:pPr>
            <a:r>
              <a:rPr lang="es" sz="2900">
                <a:latin typeface="Inter"/>
                <a:ea typeface="Inter"/>
                <a:cs typeface="Inter"/>
                <a:sym typeface="Inter"/>
              </a:rPr>
              <a:t>Controladores de Dispositivos</a:t>
            </a:r>
            <a:endParaRPr sz="2900">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Kernel. Núcleo del Sistema Operativo</a:t>
            </a:r>
            <a:endParaRPr b="0" sz="3200" u="none" cap="none" strike="noStrike">
              <a:solidFill>
                <a:srgbClr val="000000"/>
              </a:solidFill>
              <a:latin typeface="Inter Medium"/>
              <a:ea typeface="Inter Medium"/>
              <a:cs typeface="Inter Medium"/>
              <a:sym typeface="Inter Medium"/>
            </a:endParaRPr>
          </a:p>
        </p:txBody>
      </p:sp>
      <p:sp>
        <p:nvSpPr>
          <p:cNvPr id="84" name="Google Shape;84;p16"/>
          <p:cNvSpPr txBox="1"/>
          <p:nvPr/>
        </p:nvSpPr>
        <p:spPr>
          <a:xfrm>
            <a:off x="8400" y="848641"/>
            <a:ext cx="9144000" cy="1144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Inter"/>
              <a:buChar char="●"/>
            </a:pPr>
            <a:r>
              <a:rPr lang="es" sz="1800">
                <a:solidFill>
                  <a:schemeClr val="dk1"/>
                </a:solidFill>
                <a:latin typeface="Inter"/>
                <a:ea typeface="Inter"/>
                <a:cs typeface="Inter"/>
                <a:sym typeface="Inter"/>
              </a:rPr>
              <a:t>El </a:t>
            </a:r>
            <a:r>
              <a:rPr b="1" lang="es" sz="1800">
                <a:solidFill>
                  <a:srgbClr val="E69138"/>
                </a:solidFill>
                <a:latin typeface="Inter"/>
                <a:ea typeface="Inter"/>
                <a:cs typeface="Inter"/>
                <a:sym typeface="Inter"/>
              </a:rPr>
              <a:t>kernel</a:t>
            </a:r>
            <a:r>
              <a:rPr lang="es" sz="1800">
                <a:solidFill>
                  <a:schemeClr val="dk1"/>
                </a:solidFill>
                <a:latin typeface="Inter"/>
                <a:ea typeface="Inter"/>
                <a:cs typeface="Inter"/>
                <a:sym typeface="Inter"/>
              </a:rPr>
              <a:t> es el programa que gestiona todo el sistema: dispositivos hardware, memoria, planificación de la CPU… (dependiendo del modelo)</a:t>
            </a:r>
            <a:endParaRPr sz="1800">
              <a:solidFill>
                <a:schemeClr val="dk1"/>
              </a:solidFill>
              <a:latin typeface="Inter"/>
              <a:ea typeface="Inter"/>
              <a:cs typeface="Inter"/>
              <a:sym typeface="Inter"/>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Modelo de un </a:t>
            </a:r>
            <a:r>
              <a:rPr b="1" lang="es" sz="1800">
                <a:solidFill>
                  <a:srgbClr val="E69138"/>
                </a:solidFill>
                <a:latin typeface="Inter"/>
                <a:ea typeface="Inter"/>
                <a:cs typeface="Inter"/>
                <a:sym typeface="Inter"/>
              </a:rPr>
              <a:t>kernel monolítico</a:t>
            </a:r>
            <a:endParaRPr b="1" sz="1800">
              <a:solidFill>
                <a:srgbClr val="E69138"/>
              </a:solidFill>
              <a:latin typeface="Inter"/>
              <a:ea typeface="Inter"/>
              <a:cs typeface="Inter"/>
              <a:sym typeface="Inter"/>
            </a:endParaRPr>
          </a:p>
        </p:txBody>
      </p:sp>
      <p:sp>
        <p:nvSpPr>
          <p:cNvPr id="85" name="Google Shape;85;p16"/>
          <p:cNvSpPr/>
          <p:nvPr/>
        </p:nvSpPr>
        <p:spPr>
          <a:xfrm>
            <a:off x="377075" y="2167650"/>
            <a:ext cx="4300200" cy="4180800"/>
          </a:xfrm>
          <a:prstGeom prst="ellipse">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6"/>
          <p:cNvSpPr/>
          <p:nvPr/>
        </p:nvSpPr>
        <p:spPr>
          <a:xfrm>
            <a:off x="671525" y="2448600"/>
            <a:ext cx="3711300" cy="3618900"/>
          </a:xfrm>
          <a:prstGeom prst="pie">
            <a:avLst>
              <a:gd fmla="val 7748715" name="adj1"/>
              <a:gd fmla="val 2793854" name="adj2"/>
            </a:avLst>
          </a:prstGeom>
          <a:solidFill>
            <a:srgbClr val="9FC5E8"/>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6"/>
          <p:cNvSpPr/>
          <p:nvPr/>
        </p:nvSpPr>
        <p:spPr>
          <a:xfrm>
            <a:off x="996125" y="2817450"/>
            <a:ext cx="3062100" cy="2881200"/>
          </a:xfrm>
          <a:prstGeom prst="ellipse">
            <a:avLst/>
          </a:prstGeom>
          <a:solidFill>
            <a:srgbClr val="6FA8DC"/>
          </a:solidFill>
          <a:ln cap="flat" cmpd="sng" w="9525">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6"/>
          <p:cNvSpPr/>
          <p:nvPr/>
        </p:nvSpPr>
        <p:spPr>
          <a:xfrm>
            <a:off x="1437125" y="3232650"/>
            <a:ext cx="2180100" cy="2050800"/>
          </a:xfrm>
          <a:prstGeom prst="ellipse">
            <a:avLst/>
          </a:prstGeom>
          <a:solidFill>
            <a:srgbClr val="3D85C6"/>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6"/>
          <p:cNvSpPr/>
          <p:nvPr/>
        </p:nvSpPr>
        <p:spPr>
          <a:xfrm>
            <a:off x="1824725" y="3591300"/>
            <a:ext cx="1404900" cy="1333500"/>
          </a:xfrm>
          <a:prstGeom prst="ellipse">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6"/>
          <p:cNvSpPr txBox="1"/>
          <p:nvPr/>
        </p:nvSpPr>
        <p:spPr>
          <a:xfrm>
            <a:off x="1736225" y="5726375"/>
            <a:ext cx="1581900" cy="400200"/>
          </a:xfrm>
          <a:prstGeom prst="rect">
            <a:avLst/>
          </a:prstGeom>
          <a:noFill/>
          <a:ln>
            <a:noFill/>
          </a:ln>
        </p:spPr>
        <p:txBody>
          <a:bodyPr anchorCtr="0" anchor="t" bIns="91425" lIns="91425" spcFirstLastPara="1" rIns="91425" wrap="square" tIns="91425">
            <a:spAutoFit/>
          </a:bodyPr>
          <a:lstStyle/>
          <a:p>
            <a:pPr indent="0" lvl="0" marL="0" rtl="0" algn="ctr">
              <a:spcBef>
                <a:spcPts val="1000"/>
              </a:spcBef>
              <a:spcAft>
                <a:spcPts val="0"/>
              </a:spcAft>
              <a:buNone/>
            </a:pPr>
            <a:r>
              <a:rPr b="1" lang="es">
                <a:solidFill>
                  <a:srgbClr val="073763"/>
                </a:solidFill>
                <a:latin typeface="Inter"/>
                <a:ea typeface="Inter"/>
                <a:cs typeface="Inter"/>
                <a:sym typeface="Inter"/>
              </a:rPr>
              <a:t>Aplicaciones</a:t>
            </a:r>
            <a:endParaRPr b="1">
              <a:solidFill>
                <a:srgbClr val="073763"/>
              </a:solidFill>
            </a:endParaRPr>
          </a:p>
        </p:txBody>
      </p:sp>
      <p:sp>
        <p:nvSpPr>
          <p:cNvPr id="91" name="Google Shape;91;p16"/>
          <p:cNvSpPr txBox="1"/>
          <p:nvPr/>
        </p:nvSpPr>
        <p:spPr>
          <a:xfrm>
            <a:off x="1402583" y="2508001"/>
            <a:ext cx="2345100" cy="400200"/>
          </a:xfrm>
          <a:prstGeom prst="rect">
            <a:avLst/>
          </a:prstGeom>
          <a:noFill/>
          <a:ln>
            <a:noFill/>
          </a:ln>
        </p:spPr>
        <p:txBody>
          <a:bodyPr anchorCtr="0" anchor="t" bIns="91425" lIns="91425" spcFirstLastPara="1" rIns="91425" wrap="square" tIns="91425">
            <a:spAutoFit/>
          </a:bodyPr>
          <a:lstStyle/>
          <a:p>
            <a:pPr indent="0" lvl="0" marL="0" rtl="0" algn="ctr">
              <a:spcBef>
                <a:spcPts val="1000"/>
              </a:spcBef>
              <a:spcAft>
                <a:spcPts val="0"/>
              </a:spcAft>
              <a:buNone/>
            </a:pPr>
            <a:r>
              <a:rPr b="1" lang="es">
                <a:solidFill>
                  <a:srgbClr val="073763"/>
                </a:solidFill>
                <a:latin typeface="Inter"/>
                <a:ea typeface="Inter"/>
                <a:cs typeface="Inter"/>
                <a:sym typeface="Inter"/>
              </a:rPr>
              <a:t>Librerías Sistema</a:t>
            </a:r>
            <a:endParaRPr b="1">
              <a:solidFill>
                <a:srgbClr val="073763"/>
              </a:solidFill>
            </a:endParaRPr>
          </a:p>
        </p:txBody>
      </p:sp>
      <p:sp>
        <p:nvSpPr>
          <p:cNvPr id="92" name="Google Shape;92;p16"/>
          <p:cNvSpPr txBox="1"/>
          <p:nvPr/>
        </p:nvSpPr>
        <p:spPr>
          <a:xfrm>
            <a:off x="1354625" y="2906326"/>
            <a:ext cx="2345100" cy="400200"/>
          </a:xfrm>
          <a:prstGeom prst="rect">
            <a:avLst/>
          </a:prstGeom>
          <a:noFill/>
          <a:ln>
            <a:noFill/>
          </a:ln>
        </p:spPr>
        <p:txBody>
          <a:bodyPr anchorCtr="0" anchor="t" bIns="91425" lIns="91425" spcFirstLastPara="1" rIns="91425" wrap="square" tIns="91425">
            <a:spAutoFit/>
          </a:bodyPr>
          <a:lstStyle/>
          <a:p>
            <a:pPr indent="0" lvl="0" marL="0" rtl="0" algn="ctr">
              <a:spcBef>
                <a:spcPts val="1000"/>
              </a:spcBef>
              <a:spcAft>
                <a:spcPts val="0"/>
              </a:spcAft>
              <a:buNone/>
            </a:pPr>
            <a:r>
              <a:rPr b="1" lang="es">
                <a:solidFill>
                  <a:srgbClr val="073763"/>
                </a:solidFill>
                <a:latin typeface="Inter"/>
                <a:ea typeface="Inter"/>
                <a:cs typeface="Inter"/>
                <a:sym typeface="Inter"/>
              </a:rPr>
              <a:t>Llamadas Sistema</a:t>
            </a:r>
            <a:endParaRPr b="1">
              <a:solidFill>
                <a:srgbClr val="073763"/>
              </a:solidFill>
              <a:latin typeface="Inter"/>
              <a:ea typeface="Inter"/>
              <a:cs typeface="Inter"/>
              <a:sym typeface="Inter"/>
            </a:endParaRPr>
          </a:p>
        </p:txBody>
      </p:sp>
      <p:sp>
        <p:nvSpPr>
          <p:cNvPr id="93" name="Google Shape;93;p16"/>
          <p:cNvSpPr txBox="1"/>
          <p:nvPr/>
        </p:nvSpPr>
        <p:spPr>
          <a:xfrm>
            <a:off x="2054525" y="3243405"/>
            <a:ext cx="945300" cy="400200"/>
          </a:xfrm>
          <a:prstGeom prst="rect">
            <a:avLst/>
          </a:prstGeom>
          <a:noFill/>
          <a:ln>
            <a:noFill/>
          </a:ln>
        </p:spPr>
        <p:txBody>
          <a:bodyPr anchorCtr="0" anchor="t" bIns="91425" lIns="91425" spcFirstLastPara="1" rIns="91425" wrap="square" tIns="91425">
            <a:spAutoFit/>
          </a:bodyPr>
          <a:lstStyle/>
          <a:p>
            <a:pPr indent="0" lvl="0" marL="0" rtl="0" algn="ctr">
              <a:spcBef>
                <a:spcPts val="1000"/>
              </a:spcBef>
              <a:spcAft>
                <a:spcPts val="0"/>
              </a:spcAft>
              <a:buNone/>
            </a:pPr>
            <a:r>
              <a:rPr b="1" lang="es">
                <a:solidFill>
                  <a:srgbClr val="F3F3F3"/>
                </a:solidFill>
                <a:latin typeface="Inter"/>
                <a:ea typeface="Inter"/>
                <a:cs typeface="Inter"/>
                <a:sym typeface="Inter"/>
              </a:rPr>
              <a:t>Kernel</a:t>
            </a:r>
            <a:endParaRPr b="1">
              <a:solidFill>
                <a:srgbClr val="F3F3F3"/>
              </a:solidFill>
              <a:latin typeface="Inter"/>
              <a:ea typeface="Inter"/>
              <a:cs typeface="Inter"/>
              <a:sym typeface="Inter"/>
            </a:endParaRPr>
          </a:p>
        </p:txBody>
      </p:sp>
      <p:sp>
        <p:nvSpPr>
          <p:cNvPr id="94" name="Google Shape;94;p16"/>
          <p:cNvSpPr txBox="1"/>
          <p:nvPr/>
        </p:nvSpPr>
        <p:spPr>
          <a:xfrm>
            <a:off x="1889675" y="4019961"/>
            <a:ext cx="1275000" cy="400200"/>
          </a:xfrm>
          <a:prstGeom prst="rect">
            <a:avLst/>
          </a:prstGeom>
          <a:noFill/>
          <a:ln>
            <a:noFill/>
          </a:ln>
        </p:spPr>
        <p:txBody>
          <a:bodyPr anchorCtr="0" anchor="t" bIns="91425" lIns="91425" spcFirstLastPara="1" rIns="91425" wrap="square" tIns="91425">
            <a:spAutoFit/>
          </a:bodyPr>
          <a:lstStyle/>
          <a:p>
            <a:pPr indent="0" lvl="0" marL="0" rtl="0" algn="ctr">
              <a:spcBef>
                <a:spcPts val="1000"/>
              </a:spcBef>
              <a:spcAft>
                <a:spcPts val="0"/>
              </a:spcAft>
              <a:buNone/>
            </a:pPr>
            <a:r>
              <a:rPr lang="es">
                <a:solidFill>
                  <a:schemeClr val="lt1"/>
                </a:solidFill>
                <a:latin typeface="Inter"/>
                <a:ea typeface="Inter"/>
                <a:cs typeface="Inter"/>
                <a:sym typeface="Inter"/>
              </a:rPr>
              <a:t>Hardware</a:t>
            </a:r>
            <a:endParaRPr>
              <a:solidFill>
                <a:schemeClr val="lt1"/>
              </a:solidFill>
              <a:latin typeface="Inter"/>
              <a:ea typeface="Inter"/>
              <a:cs typeface="Inter"/>
              <a:sym typeface="Inter"/>
            </a:endParaRPr>
          </a:p>
        </p:txBody>
      </p:sp>
      <p:sp>
        <p:nvSpPr>
          <p:cNvPr id="95" name="Google Shape;95;p16"/>
          <p:cNvSpPr txBox="1"/>
          <p:nvPr/>
        </p:nvSpPr>
        <p:spPr>
          <a:xfrm>
            <a:off x="4848025" y="2044525"/>
            <a:ext cx="4234500" cy="216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600">
                <a:solidFill>
                  <a:schemeClr val="dk1"/>
                </a:solidFill>
                <a:latin typeface="Inter"/>
                <a:ea typeface="Inter"/>
                <a:cs typeface="Inter"/>
                <a:sym typeface="Inter"/>
              </a:rPr>
              <a:t>Notas del modelo en Linux</a:t>
            </a:r>
            <a:endParaRPr b="1"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Procesado de paquetes de red en el espacio de usuario mediante librerías y dispositivos especiales (</a:t>
            </a:r>
            <a:r>
              <a:rPr lang="es" sz="1600" u="sng">
                <a:solidFill>
                  <a:schemeClr val="hlink"/>
                </a:solidFill>
                <a:latin typeface="Inter"/>
                <a:ea typeface="Inter"/>
                <a:cs typeface="Inter"/>
                <a:sym typeface="Inter"/>
                <a:hlinkClick r:id="rId3"/>
              </a:rPr>
              <a:t>DPDK</a:t>
            </a:r>
            <a:r>
              <a:rPr lang="es"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Ejecución de </a:t>
            </a:r>
            <a:r>
              <a:rPr lang="es" sz="1600">
                <a:solidFill>
                  <a:schemeClr val="dk1"/>
                </a:solidFill>
                <a:latin typeface="Inter"/>
                <a:ea typeface="Inter"/>
                <a:cs typeface="Inter"/>
                <a:sym typeface="Inter"/>
              </a:rPr>
              <a:t>aplicaciones</a:t>
            </a:r>
            <a:r>
              <a:rPr lang="es" sz="1600">
                <a:solidFill>
                  <a:schemeClr val="dk1"/>
                </a:solidFill>
                <a:latin typeface="Inter"/>
                <a:ea typeface="Inter"/>
                <a:cs typeface="Inter"/>
                <a:sym typeface="Inter"/>
              </a:rPr>
              <a:t> en el kernel con un API de llamadas propias (</a:t>
            </a:r>
            <a:r>
              <a:rPr lang="es" sz="1600" u="sng">
                <a:solidFill>
                  <a:schemeClr val="hlink"/>
                </a:solidFill>
                <a:latin typeface="Inter"/>
                <a:ea typeface="Inter"/>
                <a:cs typeface="Inter"/>
                <a:sym typeface="Inter"/>
                <a:hlinkClick r:id="rId4"/>
              </a:rPr>
              <a:t>eBPF</a:t>
            </a:r>
            <a:r>
              <a:rPr lang="es"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p:txBody>
      </p:sp>
      <p:sp>
        <p:nvSpPr>
          <p:cNvPr id="96" name="Google Shape;96;p16"/>
          <p:cNvSpPr txBox="1"/>
          <p:nvPr/>
        </p:nvSpPr>
        <p:spPr>
          <a:xfrm>
            <a:off x="4697025" y="5165250"/>
            <a:ext cx="42345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 sz="1600">
                <a:solidFill>
                  <a:schemeClr val="dk1"/>
                </a:solidFill>
                <a:latin typeface="Inter"/>
                <a:ea typeface="Inter"/>
                <a:cs typeface="Inter"/>
                <a:sym typeface="Inter"/>
              </a:rPr>
              <a:t>Ej. Golang tiene su propia capa de llamadas al </a:t>
            </a:r>
            <a:r>
              <a:rPr i="1" lang="es" sz="1600">
                <a:solidFill>
                  <a:schemeClr val="dk1"/>
                </a:solidFill>
                <a:latin typeface="Inter"/>
                <a:ea typeface="Inter"/>
                <a:cs typeface="Inter"/>
                <a:sym typeface="Inter"/>
              </a:rPr>
              <a:t>sistema</a:t>
            </a:r>
            <a:r>
              <a:rPr i="1" lang="es" sz="1600">
                <a:solidFill>
                  <a:schemeClr val="dk1"/>
                </a:solidFill>
                <a:latin typeface="Inter"/>
                <a:ea typeface="Inter"/>
                <a:cs typeface="Inter"/>
                <a:sym typeface="Inter"/>
              </a:rPr>
              <a:t> que no </a:t>
            </a:r>
            <a:r>
              <a:rPr i="1" lang="es" sz="1600">
                <a:solidFill>
                  <a:schemeClr val="dk1"/>
                </a:solidFill>
                <a:latin typeface="Inter"/>
                <a:ea typeface="Inter"/>
                <a:cs typeface="Inter"/>
                <a:sym typeface="Inter"/>
              </a:rPr>
              <a:t>requiere</a:t>
            </a:r>
            <a:r>
              <a:rPr i="1" lang="es" sz="1600">
                <a:solidFill>
                  <a:schemeClr val="dk1"/>
                </a:solidFill>
                <a:latin typeface="Inter"/>
                <a:ea typeface="Inter"/>
                <a:cs typeface="Inter"/>
                <a:sym typeface="Inter"/>
              </a:rPr>
              <a:t> la librería de sistema (libc)</a:t>
            </a:r>
            <a:endParaRPr i="1"/>
          </a:p>
        </p:txBody>
      </p:sp>
      <p:cxnSp>
        <p:nvCxnSpPr>
          <p:cNvPr id="97" name="Google Shape;97;p16"/>
          <p:cNvCxnSpPr>
            <a:stCxn id="90" idx="3"/>
            <a:endCxn id="96" idx="1"/>
          </p:cNvCxnSpPr>
          <p:nvPr/>
        </p:nvCxnSpPr>
        <p:spPr>
          <a:xfrm flipH="1" rot="10800000">
            <a:off x="3318125" y="5627075"/>
            <a:ext cx="1378800" cy="299400"/>
          </a:xfrm>
          <a:prstGeom prst="curvedConnector3">
            <a:avLst>
              <a:gd fmla="val 54905"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7"/>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Llamadas al Sistema (I)</a:t>
            </a:r>
            <a:endParaRPr b="0" sz="3200" u="none" cap="none" strike="noStrike">
              <a:solidFill>
                <a:srgbClr val="000000"/>
              </a:solidFill>
              <a:latin typeface="Inter Medium"/>
              <a:ea typeface="Inter Medium"/>
              <a:cs typeface="Inter Medium"/>
              <a:sym typeface="Inter Medium"/>
            </a:endParaRPr>
          </a:p>
        </p:txBody>
      </p:sp>
      <p:sp>
        <p:nvSpPr>
          <p:cNvPr id="104" name="Google Shape;104;p17"/>
          <p:cNvSpPr txBox="1"/>
          <p:nvPr/>
        </p:nvSpPr>
        <p:spPr>
          <a:xfrm>
            <a:off x="187500" y="977725"/>
            <a:ext cx="8742600" cy="1544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Inter"/>
              <a:buChar char="●"/>
            </a:pPr>
            <a:r>
              <a:rPr lang="es" sz="1600">
                <a:solidFill>
                  <a:schemeClr val="dk1"/>
                </a:solidFill>
                <a:latin typeface="Inter"/>
                <a:ea typeface="Inter"/>
                <a:cs typeface="Inter"/>
                <a:sym typeface="Inter"/>
              </a:rPr>
              <a:t>El kernel se ejecuta en el </a:t>
            </a:r>
            <a:r>
              <a:rPr i="1" lang="es" sz="1600">
                <a:solidFill>
                  <a:srgbClr val="E69138"/>
                </a:solidFill>
                <a:latin typeface="Inter"/>
                <a:ea typeface="Inter"/>
                <a:cs typeface="Inter"/>
                <a:sym typeface="Inter"/>
              </a:rPr>
              <a:t>modo kernel o privilegiado </a:t>
            </a:r>
            <a:r>
              <a:rPr lang="es" sz="1600">
                <a:solidFill>
                  <a:schemeClr val="dk1"/>
                </a:solidFill>
                <a:latin typeface="Inter"/>
                <a:ea typeface="Inter"/>
                <a:cs typeface="Inter"/>
                <a:sym typeface="Inter"/>
              </a:rPr>
              <a:t>de la CPU;</a:t>
            </a:r>
            <a:r>
              <a:rPr i="1" lang="es" sz="1600">
                <a:solidFill>
                  <a:schemeClr val="dk1"/>
                </a:solidFill>
                <a:latin typeface="Inter"/>
                <a:ea typeface="Inter"/>
                <a:cs typeface="Inter"/>
                <a:sym typeface="Inter"/>
              </a:rPr>
              <a:t> </a:t>
            </a:r>
            <a:r>
              <a:rPr lang="es" sz="1600">
                <a:solidFill>
                  <a:schemeClr val="dk1"/>
                </a:solidFill>
                <a:latin typeface="Inter"/>
                <a:ea typeface="Inter"/>
                <a:cs typeface="Inter"/>
                <a:sym typeface="Inter"/>
              </a:rPr>
              <a:t>con acceso total a los recursos del sistema (i.e. cualquier instrucción del repertorio, acceso a región de memoria o operación de E/S).</a:t>
            </a:r>
            <a:endParaRPr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El resto de las aplicaciones se ejecuta en el </a:t>
            </a:r>
            <a:r>
              <a:rPr i="1" lang="es" sz="1600">
                <a:solidFill>
                  <a:srgbClr val="E69138"/>
                </a:solidFill>
                <a:latin typeface="Inter"/>
                <a:ea typeface="Inter"/>
                <a:cs typeface="Inter"/>
                <a:sym typeface="Inter"/>
              </a:rPr>
              <a:t>modo usuario</a:t>
            </a:r>
            <a:r>
              <a:rPr i="1" lang="es" sz="1600">
                <a:solidFill>
                  <a:schemeClr val="dk1"/>
                </a:solidFill>
                <a:latin typeface="Inter"/>
                <a:ea typeface="Inter"/>
                <a:cs typeface="Inter"/>
                <a:sym typeface="Inter"/>
              </a:rPr>
              <a:t> </a:t>
            </a:r>
            <a:r>
              <a:rPr lang="es" sz="1600">
                <a:solidFill>
                  <a:schemeClr val="dk1"/>
                </a:solidFill>
                <a:latin typeface="Inter"/>
                <a:ea typeface="Inter"/>
                <a:cs typeface="Inter"/>
                <a:sym typeface="Inter"/>
              </a:rPr>
              <a:t>de la CPU con acceso restringido al sistema.</a:t>
            </a:r>
            <a:endParaRPr sz="1600">
              <a:solidFill>
                <a:schemeClr val="dk1"/>
              </a:solidFill>
              <a:latin typeface="Inter"/>
              <a:ea typeface="Inter"/>
              <a:cs typeface="Inter"/>
              <a:sym typeface="Inter"/>
            </a:endParaRPr>
          </a:p>
        </p:txBody>
      </p:sp>
      <p:sp>
        <p:nvSpPr>
          <p:cNvPr id="105" name="Google Shape;105;p17"/>
          <p:cNvSpPr/>
          <p:nvPr/>
        </p:nvSpPr>
        <p:spPr>
          <a:xfrm>
            <a:off x="327550" y="3884850"/>
            <a:ext cx="3924600" cy="3615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Interfaz de llamadas al Sistema</a:t>
            </a:r>
            <a:endParaRPr>
              <a:latin typeface="Inter"/>
              <a:ea typeface="Inter"/>
              <a:cs typeface="Inter"/>
              <a:sym typeface="Inter"/>
            </a:endParaRPr>
          </a:p>
        </p:txBody>
      </p:sp>
      <p:sp>
        <p:nvSpPr>
          <p:cNvPr id="106" name="Google Shape;106;p17"/>
          <p:cNvSpPr/>
          <p:nvPr/>
        </p:nvSpPr>
        <p:spPr>
          <a:xfrm>
            <a:off x="327550" y="4246350"/>
            <a:ext cx="3924600" cy="12345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7" name="Google Shape;107;p17"/>
          <p:cNvSpPr txBox="1"/>
          <p:nvPr/>
        </p:nvSpPr>
        <p:spPr>
          <a:xfrm>
            <a:off x="175150" y="5112275"/>
            <a:ext cx="1083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a:solidFill>
                  <a:schemeClr val="dk1"/>
                </a:solidFill>
                <a:latin typeface="Inter"/>
                <a:ea typeface="Inter"/>
                <a:cs typeface="Inter"/>
                <a:sym typeface="Inter"/>
              </a:rPr>
              <a:t>Kernel</a:t>
            </a:r>
            <a:endParaRPr/>
          </a:p>
        </p:txBody>
      </p:sp>
      <p:sp>
        <p:nvSpPr>
          <p:cNvPr id="108" name="Google Shape;108;p17"/>
          <p:cNvSpPr/>
          <p:nvPr/>
        </p:nvSpPr>
        <p:spPr>
          <a:xfrm>
            <a:off x="1351350" y="2971475"/>
            <a:ext cx="1716300" cy="432900"/>
          </a:xfrm>
          <a:prstGeom prst="roundRect">
            <a:avLst>
              <a:gd fmla="val 16667" name="adj"/>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chemeClr val="lt1"/>
                </a:solidFill>
              </a:rPr>
              <a:t>Aplicación</a:t>
            </a:r>
            <a:endParaRPr b="1">
              <a:solidFill>
                <a:schemeClr val="lt1"/>
              </a:solidFill>
            </a:endParaRPr>
          </a:p>
        </p:txBody>
      </p:sp>
      <p:sp>
        <p:nvSpPr>
          <p:cNvPr id="109" name="Google Shape;109;p17"/>
          <p:cNvSpPr/>
          <p:nvPr/>
        </p:nvSpPr>
        <p:spPr>
          <a:xfrm>
            <a:off x="1351350" y="4722351"/>
            <a:ext cx="1716300" cy="4329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t>Llamada al Sistema</a:t>
            </a:r>
            <a:endParaRPr/>
          </a:p>
        </p:txBody>
      </p:sp>
      <p:cxnSp>
        <p:nvCxnSpPr>
          <p:cNvPr id="110" name="Google Shape;110;p17"/>
          <p:cNvCxnSpPr/>
          <p:nvPr/>
        </p:nvCxnSpPr>
        <p:spPr>
          <a:xfrm>
            <a:off x="1662525" y="3413100"/>
            <a:ext cx="0" cy="471900"/>
          </a:xfrm>
          <a:prstGeom prst="straightConnector1">
            <a:avLst/>
          </a:prstGeom>
          <a:noFill/>
          <a:ln cap="flat" cmpd="sng" w="19050">
            <a:solidFill>
              <a:srgbClr val="0B5394"/>
            </a:solidFill>
            <a:prstDash val="solid"/>
            <a:round/>
            <a:headEnd len="med" w="med" type="none"/>
            <a:tailEnd len="med" w="med" type="triangle"/>
          </a:ln>
        </p:spPr>
      </p:cxnSp>
      <p:cxnSp>
        <p:nvCxnSpPr>
          <p:cNvPr id="111" name="Google Shape;111;p17"/>
          <p:cNvCxnSpPr/>
          <p:nvPr/>
        </p:nvCxnSpPr>
        <p:spPr>
          <a:xfrm>
            <a:off x="1662525" y="4238363"/>
            <a:ext cx="0" cy="471900"/>
          </a:xfrm>
          <a:prstGeom prst="straightConnector1">
            <a:avLst/>
          </a:prstGeom>
          <a:noFill/>
          <a:ln cap="flat" cmpd="sng" w="19050">
            <a:solidFill>
              <a:srgbClr val="434343"/>
            </a:solidFill>
            <a:prstDash val="solid"/>
            <a:round/>
            <a:headEnd len="med" w="med" type="none"/>
            <a:tailEnd len="med" w="med" type="triangle"/>
          </a:ln>
        </p:spPr>
      </p:cxnSp>
      <p:cxnSp>
        <p:nvCxnSpPr>
          <p:cNvPr id="112" name="Google Shape;112;p17"/>
          <p:cNvCxnSpPr/>
          <p:nvPr/>
        </p:nvCxnSpPr>
        <p:spPr>
          <a:xfrm>
            <a:off x="2729325" y="4238363"/>
            <a:ext cx="0" cy="471900"/>
          </a:xfrm>
          <a:prstGeom prst="straightConnector1">
            <a:avLst/>
          </a:prstGeom>
          <a:noFill/>
          <a:ln cap="flat" cmpd="sng" w="19050">
            <a:solidFill>
              <a:srgbClr val="434343"/>
            </a:solidFill>
            <a:prstDash val="solid"/>
            <a:round/>
            <a:headEnd len="med" w="med" type="triangle"/>
            <a:tailEnd len="med" w="med" type="none"/>
          </a:ln>
        </p:spPr>
      </p:cxnSp>
      <p:cxnSp>
        <p:nvCxnSpPr>
          <p:cNvPr id="113" name="Google Shape;113;p17"/>
          <p:cNvCxnSpPr/>
          <p:nvPr/>
        </p:nvCxnSpPr>
        <p:spPr>
          <a:xfrm>
            <a:off x="2739362" y="3413100"/>
            <a:ext cx="0" cy="471900"/>
          </a:xfrm>
          <a:prstGeom prst="straightConnector1">
            <a:avLst/>
          </a:prstGeom>
          <a:noFill/>
          <a:ln cap="flat" cmpd="sng" w="19050">
            <a:solidFill>
              <a:srgbClr val="0B5394"/>
            </a:solidFill>
            <a:prstDash val="solid"/>
            <a:round/>
            <a:headEnd len="med" w="med" type="triangle"/>
            <a:tailEnd len="med" w="med" type="none"/>
          </a:ln>
        </p:spPr>
      </p:cxnSp>
      <p:sp>
        <p:nvSpPr>
          <p:cNvPr id="114" name="Google Shape;114;p17"/>
          <p:cNvSpPr txBox="1"/>
          <p:nvPr/>
        </p:nvSpPr>
        <p:spPr>
          <a:xfrm>
            <a:off x="2997475" y="4258337"/>
            <a:ext cx="1295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i="1" lang="es">
                <a:solidFill>
                  <a:schemeClr val="dk1"/>
                </a:solidFill>
                <a:latin typeface="Inter"/>
                <a:ea typeface="Inter"/>
                <a:cs typeface="Inter"/>
                <a:sym typeface="Inter"/>
              </a:rPr>
              <a:t>modo kernel</a:t>
            </a:r>
            <a:endParaRPr b="1" i="1"/>
          </a:p>
        </p:txBody>
      </p:sp>
      <p:sp>
        <p:nvSpPr>
          <p:cNvPr id="115" name="Google Shape;115;p17"/>
          <p:cNvSpPr txBox="1"/>
          <p:nvPr/>
        </p:nvSpPr>
        <p:spPr>
          <a:xfrm>
            <a:off x="2783000" y="3486288"/>
            <a:ext cx="14937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i="1" lang="es">
                <a:solidFill>
                  <a:schemeClr val="dk1"/>
                </a:solidFill>
                <a:latin typeface="Inter"/>
                <a:ea typeface="Inter"/>
                <a:cs typeface="Inter"/>
                <a:sym typeface="Inter"/>
              </a:rPr>
              <a:t>modo usuario</a:t>
            </a:r>
            <a:endParaRPr b="1" i="1"/>
          </a:p>
        </p:txBody>
      </p:sp>
      <p:sp>
        <p:nvSpPr>
          <p:cNvPr id="116" name="Google Shape;116;p17"/>
          <p:cNvSpPr txBox="1"/>
          <p:nvPr/>
        </p:nvSpPr>
        <p:spPr>
          <a:xfrm>
            <a:off x="4848025" y="2349325"/>
            <a:ext cx="4234500" cy="340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600">
                <a:solidFill>
                  <a:srgbClr val="E69138"/>
                </a:solidFill>
                <a:latin typeface="Inter"/>
                <a:ea typeface="Inter"/>
                <a:cs typeface="Inter"/>
                <a:sym typeface="Inter"/>
              </a:rPr>
              <a:t>Llamadas al sistema</a:t>
            </a:r>
            <a:endParaRPr b="1" sz="1600">
              <a:solidFill>
                <a:srgbClr val="E69138"/>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El mecanismo que permite a las aplicaciones ejecutar acciones privilegiadas.</a:t>
            </a:r>
            <a:endParaRPr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El sistema incluye interfaces </a:t>
            </a:r>
            <a:r>
              <a:rPr i="1" lang="es" sz="1600">
                <a:solidFill>
                  <a:schemeClr val="dk1"/>
                </a:solidFill>
                <a:latin typeface="Inter"/>
                <a:ea typeface="Inter"/>
                <a:cs typeface="Inter"/>
                <a:sym typeface="Inter"/>
              </a:rPr>
              <a:t>sencillos </a:t>
            </a:r>
            <a:r>
              <a:rPr lang="es" sz="1600">
                <a:solidFill>
                  <a:schemeClr val="dk1"/>
                </a:solidFill>
                <a:latin typeface="Inter"/>
                <a:ea typeface="Inter"/>
                <a:cs typeface="Inter"/>
                <a:sym typeface="Inter"/>
              </a:rPr>
              <a:t>para acceder a esta funcionalidad (p.ej. libc).</a:t>
            </a:r>
            <a:endParaRPr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Ejemplos: write(2), read(2), open(2), stat(2), connect(2)</a:t>
            </a:r>
            <a:r>
              <a:rPr b="1" baseline="30000" lang="es" sz="1600">
                <a:solidFill>
                  <a:srgbClr val="E69138"/>
                </a:solidFill>
                <a:latin typeface="Inter"/>
                <a:ea typeface="Inter"/>
                <a:cs typeface="Inter"/>
                <a:sym typeface="Inter"/>
              </a:rPr>
              <a:t>*</a:t>
            </a:r>
            <a:r>
              <a:rPr lang="es"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Consolas"/>
              <a:buChar char="●"/>
            </a:pPr>
            <a:r>
              <a:rPr lang="es" sz="1600">
                <a:solidFill>
                  <a:schemeClr val="dk1"/>
                </a:solidFill>
                <a:latin typeface="Consolas"/>
                <a:ea typeface="Consolas"/>
                <a:cs typeface="Consolas"/>
                <a:sym typeface="Consolas"/>
              </a:rPr>
              <a:t>strace(1) </a:t>
            </a:r>
            <a:r>
              <a:rPr lang="es" sz="1600">
                <a:solidFill>
                  <a:schemeClr val="dk1"/>
                </a:solidFill>
                <a:latin typeface="Inter"/>
                <a:ea typeface="Inter"/>
                <a:cs typeface="Inter"/>
                <a:sym typeface="Inter"/>
              </a:rPr>
              <a:t>permite ver que llamadas al sistema hace un programa.</a:t>
            </a:r>
            <a:endParaRPr sz="1600">
              <a:solidFill>
                <a:schemeClr val="dk1"/>
              </a:solidFill>
              <a:latin typeface="Consolas"/>
              <a:ea typeface="Consolas"/>
              <a:cs typeface="Consolas"/>
              <a:sym typeface="Consolas"/>
            </a:endParaRPr>
          </a:p>
        </p:txBody>
      </p:sp>
      <p:sp>
        <p:nvSpPr>
          <p:cNvPr id="117" name="Google Shape;117;p17"/>
          <p:cNvSpPr txBox="1"/>
          <p:nvPr/>
        </p:nvSpPr>
        <p:spPr>
          <a:xfrm>
            <a:off x="87575" y="6378400"/>
            <a:ext cx="9030000" cy="4002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baseline="30000" i="1" lang="es">
                <a:solidFill>
                  <a:srgbClr val="E69138"/>
                </a:solidFill>
                <a:latin typeface="Inter"/>
                <a:ea typeface="Inter"/>
                <a:cs typeface="Inter"/>
                <a:sym typeface="Inter"/>
              </a:rPr>
              <a:t>*</a:t>
            </a:r>
            <a:r>
              <a:rPr i="1" lang="es">
                <a:solidFill>
                  <a:schemeClr val="dk1"/>
                </a:solidFill>
                <a:latin typeface="Inter"/>
                <a:ea typeface="Inter"/>
                <a:cs typeface="Inter"/>
                <a:sym typeface="Inter"/>
              </a:rPr>
              <a:t>(2) hace referencia a la sección del manual; la 2 es llamadas al sistema, 1 es la </a:t>
            </a:r>
            <a:r>
              <a:rPr i="1" lang="es">
                <a:solidFill>
                  <a:schemeClr val="dk1"/>
                </a:solidFill>
                <a:latin typeface="Inter"/>
                <a:ea typeface="Inter"/>
                <a:cs typeface="Inter"/>
                <a:sym typeface="Inter"/>
              </a:rPr>
              <a:t>comandos y utilidades</a:t>
            </a:r>
            <a:endParaRPr i="1">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p:nvPr/>
        </p:nvSpPr>
        <p:spPr>
          <a:xfrm>
            <a:off x="278650" y="1921000"/>
            <a:ext cx="3798300" cy="23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8"/>
          <p:cNvSpPr txBox="1"/>
          <p:nvPr/>
        </p:nvSpPr>
        <p:spPr>
          <a:xfrm>
            <a:off x="356675" y="967650"/>
            <a:ext cx="3563700" cy="1758300"/>
          </a:xfrm>
          <a:prstGeom prst="rect">
            <a:avLst/>
          </a:prstGeom>
          <a:noFill/>
          <a:ln cap="flat" cmpd="sng" w="19050">
            <a:solidFill>
              <a:srgbClr val="0B5394"/>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Consolas"/>
                <a:ea typeface="Consolas"/>
                <a:cs typeface="Consolas"/>
                <a:sym typeface="Consolas"/>
              </a:rPr>
              <a:t>#include &lt;iostream&gt;</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s">
                <a:solidFill>
                  <a:schemeClr val="dk1"/>
                </a:solidFill>
                <a:latin typeface="Consolas"/>
                <a:ea typeface="Consolas"/>
                <a:cs typeface="Consolas"/>
                <a:sym typeface="Consolas"/>
              </a:rPr>
              <a:t>int main()</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s">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s">
                <a:solidFill>
                  <a:schemeClr val="dk1"/>
                </a:solidFill>
                <a:latin typeface="Consolas"/>
                <a:ea typeface="Consolas"/>
                <a:cs typeface="Consolas"/>
                <a:sym typeface="Consolas"/>
              </a:rPr>
              <a:t>    std::cout &lt;&lt; "HOLA MUNDO!\n";</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s">
                <a:solidFill>
                  <a:schemeClr val="dk1"/>
                </a:solidFill>
                <a:latin typeface="Consolas"/>
                <a:ea typeface="Consolas"/>
                <a:cs typeface="Consolas"/>
                <a:sym typeface="Consolas"/>
              </a:rPr>
              <a:t>    exit(0);</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s">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
        <p:nvSpPr>
          <p:cNvPr id="124" name="Google Shape;124;p18"/>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8"/>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Llamadas al Sistema(II)</a:t>
            </a:r>
            <a:endParaRPr b="0" sz="3200" u="none" cap="none" strike="noStrike">
              <a:solidFill>
                <a:srgbClr val="000000"/>
              </a:solidFill>
              <a:latin typeface="Inter Medium"/>
              <a:ea typeface="Inter Medium"/>
              <a:cs typeface="Inter Medium"/>
              <a:sym typeface="Inter Medium"/>
            </a:endParaRPr>
          </a:p>
        </p:txBody>
      </p:sp>
      <p:sp>
        <p:nvSpPr>
          <p:cNvPr id="126" name="Google Shape;126;p18"/>
          <p:cNvSpPr txBox="1"/>
          <p:nvPr/>
        </p:nvSpPr>
        <p:spPr>
          <a:xfrm>
            <a:off x="2506825" y="2840825"/>
            <a:ext cx="6017700" cy="1939500"/>
          </a:xfrm>
          <a:prstGeom prst="rect">
            <a:avLst/>
          </a:prstGeom>
          <a:solidFill>
            <a:srgbClr val="F3F3F3"/>
          </a:solidFill>
          <a:ln cap="flat" cmpd="sng" w="19050">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a:solidFill>
                  <a:schemeClr val="dk1"/>
                </a:solidFill>
                <a:latin typeface="Consolas"/>
                <a:ea typeface="Consolas"/>
                <a:cs typeface="Consolas"/>
                <a:sym typeface="Consolas"/>
              </a:rPr>
              <a:t>; ssize_t write(int fd, const void *buf, size_t count)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a:solidFill>
                  <a:schemeClr val="dk1"/>
                </a:solidFill>
                <a:latin typeface="Consolas"/>
                <a:ea typeface="Consolas"/>
                <a:cs typeface="Consolas"/>
                <a:sym typeface="Consolas"/>
              </a:rPr>
              <a:t>mov     rax, 1      ; rax registro con la llamada 1 = write</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a:solidFill>
                  <a:schemeClr val="dk1"/>
                </a:solidFill>
                <a:latin typeface="Consolas"/>
                <a:ea typeface="Consolas"/>
                <a:cs typeface="Consolas"/>
                <a:sym typeface="Consolas"/>
              </a:rPr>
              <a:t>mov     rdi, 1      ; fd: 1 salida estándar</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a:solidFill>
                  <a:schemeClr val="dk1"/>
                </a:solidFill>
                <a:latin typeface="Consolas"/>
                <a:ea typeface="Consolas"/>
                <a:cs typeface="Consolas"/>
                <a:sym typeface="Consolas"/>
              </a:rPr>
              <a:t>mov     rsi, msg    ; bf: puntero al buffer con la cadena</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a:solidFill>
                  <a:schemeClr val="dk1"/>
                </a:solidFill>
                <a:latin typeface="Consolas"/>
                <a:ea typeface="Consolas"/>
                <a:cs typeface="Consolas"/>
                <a:sym typeface="Consolas"/>
              </a:rPr>
              <a:t>mov     rdx, msglen ; count: longitud de la cadena</a:t>
            </a:r>
            <a:endParaRPr>
              <a:solidFill>
                <a:schemeClr val="dk1"/>
              </a:solidFill>
              <a:latin typeface="Consolas"/>
              <a:ea typeface="Consolas"/>
              <a:cs typeface="Consolas"/>
              <a:sym typeface="Consolas"/>
            </a:endParaRPr>
          </a:p>
          <a:p>
            <a:pPr indent="0" lvl="0" marL="0" rtl="0" algn="l">
              <a:spcBef>
                <a:spcPts val="0"/>
              </a:spcBef>
              <a:spcAft>
                <a:spcPts val="0"/>
              </a:spcAft>
              <a:buNone/>
            </a:pPr>
            <a:r>
              <a:rPr b="1" lang="es">
                <a:solidFill>
                  <a:srgbClr val="0B5394"/>
                </a:solidFill>
                <a:latin typeface="Consolas"/>
                <a:ea typeface="Consolas"/>
                <a:cs typeface="Consolas"/>
                <a:sym typeface="Consolas"/>
              </a:rPr>
              <a:t>syscall             ; </a:t>
            </a:r>
            <a:r>
              <a:rPr b="1" lang="es" sz="1600">
                <a:solidFill>
                  <a:srgbClr val="0B5394"/>
                </a:solidFill>
                <a:latin typeface="Consolas"/>
                <a:ea typeface="Consolas"/>
                <a:cs typeface="Consolas"/>
                <a:sym typeface="Consolas"/>
              </a:rPr>
              <a:t>llamada al sistema (al kernel)</a:t>
            </a:r>
            <a:endParaRPr b="1" sz="1600">
              <a:solidFill>
                <a:srgbClr val="0B5394"/>
              </a:solidFill>
              <a:latin typeface="Consolas"/>
              <a:ea typeface="Consolas"/>
              <a:cs typeface="Consolas"/>
              <a:sym typeface="Consolas"/>
            </a:endParaRPr>
          </a:p>
          <a:p>
            <a:pPr indent="0" lvl="0" marL="0" rtl="0" algn="l">
              <a:spcBef>
                <a:spcPts val="0"/>
              </a:spcBef>
              <a:spcAft>
                <a:spcPts val="0"/>
              </a:spcAft>
              <a:buNone/>
            </a:pPr>
            <a:r>
              <a:rPr lang="es">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cxnSp>
        <p:nvCxnSpPr>
          <p:cNvPr id="127" name="Google Shape;127;p18"/>
          <p:cNvCxnSpPr>
            <a:stCxn id="123" idx="3"/>
            <a:endCxn id="126" idx="0"/>
          </p:cNvCxnSpPr>
          <p:nvPr/>
        </p:nvCxnSpPr>
        <p:spPr>
          <a:xfrm>
            <a:off x="3920375" y="1846800"/>
            <a:ext cx="1595400" cy="993900"/>
          </a:xfrm>
          <a:prstGeom prst="bentConnector2">
            <a:avLst/>
          </a:prstGeom>
          <a:noFill/>
          <a:ln cap="flat" cmpd="sng" w="9525">
            <a:solidFill>
              <a:schemeClr val="dk2"/>
            </a:solidFill>
            <a:prstDash val="solid"/>
            <a:round/>
            <a:headEnd len="med" w="med" type="none"/>
            <a:tailEnd len="med" w="med" type="triangle"/>
          </a:ln>
        </p:spPr>
      </p:cxnSp>
      <p:sp>
        <p:nvSpPr>
          <p:cNvPr id="128" name="Google Shape;128;p18"/>
          <p:cNvSpPr txBox="1"/>
          <p:nvPr/>
        </p:nvSpPr>
        <p:spPr>
          <a:xfrm>
            <a:off x="754225" y="5203025"/>
            <a:ext cx="5366400" cy="1262100"/>
          </a:xfrm>
          <a:prstGeom prst="rect">
            <a:avLst/>
          </a:prstGeom>
          <a:solidFill>
            <a:srgbClr val="434343"/>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lt1"/>
                </a:solidFill>
                <a:latin typeface="Consolas"/>
                <a:ea typeface="Consolas"/>
                <a:cs typeface="Consolas"/>
                <a:sym typeface="Consolas"/>
              </a:rPr>
              <a:t>$ strace ./hola_mundo</a:t>
            </a:r>
            <a:endParaRPr>
              <a:solidFill>
                <a:schemeClr val="lt1"/>
              </a:solidFill>
              <a:latin typeface="Consolas"/>
              <a:ea typeface="Consolas"/>
              <a:cs typeface="Consolas"/>
              <a:sym typeface="Consolas"/>
            </a:endParaRPr>
          </a:p>
          <a:p>
            <a:pPr indent="0" lvl="0" marL="0" rtl="0" algn="l">
              <a:spcBef>
                <a:spcPts val="0"/>
              </a:spcBef>
              <a:spcAft>
                <a:spcPts val="0"/>
              </a:spcAft>
              <a:buNone/>
            </a:pPr>
            <a:r>
              <a:rPr lang="es">
                <a:solidFill>
                  <a:schemeClr val="lt1"/>
                </a:solidFill>
                <a:latin typeface="Consolas"/>
                <a:ea typeface="Consolas"/>
                <a:cs typeface="Consolas"/>
                <a:sym typeface="Consolas"/>
              </a:rPr>
              <a:t>...</a:t>
            </a:r>
            <a:endParaRPr>
              <a:solidFill>
                <a:schemeClr val="lt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s">
                <a:solidFill>
                  <a:schemeClr val="lt1"/>
                </a:solidFill>
                <a:latin typeface="Consolas"/>
                <a:ea typeface="Consolas"/>
                <a:cs typeface="Consolas"/>
                <a:sym typeface="Consolas"/>
              </a:rPr>
              <a:t>write(1, "HOLA MUNDO!\n", 12)           = 12</a:t>
            </a:r>
            <a:endParaRPr b="1">
              <a:solidFill>
                <a:schemeClr val="lt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s">
                <a:solidFill>
                  <a:schemeClr val="lt1"/>
                </a:solidFill>
                <a:latin typeface="Consolas"/>
                <a:ea typeface="Consolas"/>
                <a:cs typeface="Consolas"/>
                <a:sym typeface="Consolas"/>
              </a:rPr>
              <a:t>exit_group</a:t>
            </a:r>
            <a:r>
              <a:rPr lang="es">
                <a:solidFill>
                  <a:schemeClr val="lt1"/>
                </a:solidFill>
                <a:latin typeface="Consolas"/>
                <a:ea typeface="Consolas"/>
                <a:cs typeface="Consolas"/>
                <a:sym typeface="Consolas"/>
              </a:rPr>
              <a:t>(0)                           = ?</a:t>
            </a:r>
            <a:endParaRPr>
              <a:solidFill>
                <a:schemeClr val="lt1"/>
              </a:solidFill>
              <a:latin typeface="Consolas"/>
              <a:ea typeface="Consolas"/>
              <a:cs typeface="Consolas"/>
              <a:sym typeface="Consolas"/>
            </a:endParaRPr>
          </a:p>
          <a:p>
            <a:pPr indent="0" lvl="0" marL="0" rtl="0" algn="l">
              <a:spcBef>
                <a:spcPts val="0"/>
              </a:spcBef>
              <a:spcAft>
                <a:spcPts val="0"/>
              </a:spcAft>
              <a:buNone/>
            </a:pPr>
            <a:r>
              <a:rPr lang="es">
                <a:solidFill>
                  <a:schemeClr val="lt1"/>
                </a:solidFill>
                <a:latin typeface="Consolas"/>
                <a:ea typeface="Consolas"/>
                <a:cs typeface="Consolas"/>
                <a:sym typeface="Consolas"/>
              </a:rPr>
              <a:t>+++ exited with 0 +++</a:t>
            </a:r>
            <a:endParaRPr>
              <a:solidFill>
                <a:schemeClr val="lt1"/>
              </a:solidFill>
              <a:latin typeface="Consolas"/>
              <a:ea typeface="Consolas"/>
              <a:cs typeface="Consolas"/>
              <a:sym typeface="Consolas"/>
            </a:endParaRPr>
          </a:p>
        </p:txBody>
      </p:sp>
      <p:sp>
        <p:nvSpPr>
          <p:cNvPr id="129" name="Google Shape;129;p18"/>
          <p:cNvSpPr txBox="1"/>
          <p:nvPr/>
        </p:nvSpPr>
        <p:spPr>
          <a:xfrm>
            <a:off x="678025" y="4816991"/>
            <a:ext cx="6564000" cy="4311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lang="es" sz="1600">
                <a:solidFill>
                  <a:schemeClr val="dk1"/>
                </a:solidFill>
                <a:latin typeface="Inter"/>
                <a:ea typeface="Inter"/>
                <a:cs typeface="Inter"/>
                <a:sym typeface="Inter"/>
              </a:rPr>
              <a:t>Algunas de las llamadas al sistema del programa:</a:t>
            </a:r>
            <a:endParaRPr/>
          </a:p>
        </p:txBody>
      </p:sp>
      <p:cxnSp>
        <p:nvCxnSpPr>
          <p:cNvPr id="130" name="Google Shape;130;p18"/>
          <p:cNvCxnSpPr>
            <a:stCxn id="123" idx="1"/>
            <a:endCxn id="128" idx="1"/>
          </p:cNvCxnSpPr>
          <p:nvPr/>
        </p:nvCxnSpPr>
        <p:spPr>
          <a:xfrm>
            <a:off x="356675" y="1846800"/>
            <a:ext cx="397500" cy="3987300"/>
          </a:xfrm>
          <a:prstGeom prst="bentConnector3">
            <a:avLst>
              <a:gd fmla="val -59906" name="adj1"/>
            </a:avLst>
          </a:prstGeom>
          <a:noFill/>
          <a:ln cap="flat" cmpd="sng" w="9525">
            <a:solidFill>
              <a:schemeClr val="dk2"/>
            </a:solidFill>
            <a:prstDash val="solid"/>
            <a:round/>
            <a:headEnd len="med" w="med" type="none"/>
            <a:tailEnd len="med" w="med" type="triangle"/>
          </a:ln>
        </p:spPr>
      </p:cxnSp>
      <p:sp>
        <p:nvSpPr>
          <p:cNvPr id="131" name="Google Shape;131;p18"/>
          <p:cNvSpPr txBox="1"/>
          <p:nvPr/>
        </p:nvSpPr>
        <p:spPr>
          <a:xfrm>
            <a:off x="3996575" y="870384"/>
            <a:ext cx="5147400" cy="9696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lang="es" sz="1700">
                <a:solidFill>
                  <a:schemeClr val="dk1"/>
                </a:solidFill>
                <a:latin typeface="Inter"/>
                <a:ea typeface="Inter"/>
                <a:cs typeface="Inter"/>
                <a:sym typeface="Inter"/>
              </a:rPr>
              <a:t>Las llamadas al sistema se generan por una </a:t>
            </a:r>
            <a:r>
              <a:rPr b="1" lang="es" sz="1700">
                <a:solidFill>
                  <a:srgbClr val="E69138"/>
                </a:solidFill>
                <a:latin typeface="Inter"/>
                <a:ea typeface="Inter"/>
                <a:cs typeface="Inter"/>
                <a:sym typeface="Inter"/>
              </a:rPr>
              <a:t>interrupción software</a:t>
            </a:r>
            <a:r>
              <a:rPr lang="es" sz="1700">
                <a:solidFill>
                  <a:schemeClr val="dk1"/>
                </a:solidFill>
                <a:latin typeface="Inter"/>
                <a:ea typeface="Inter"/>
                <a:cs typeface="Inter"/>
                <a:sym typeface="Inter"/>
              </a:rPr>
              <a:t> con una instrucción especial. En x86_64 la instrucción es </a:t>
            </a:r>
            <a:r>
              <a:rPr b="1" lang="es" sz="1700">
                <a:solidFill>
                  <a:srgbClr val="E69138"/>
                </a:solidFill>
                <a:latin typeface="Consolas"/>
                <a:ea typeface="Consolas"/>
                <a:cs typeface="Consolas"/>
                <a:sym typeface="Consolas"/>
              </a:rPr>
              <a:t>syscall</a:t>
            </a:r>
            <a:endParaRPr b="1" sz="1700">
              <a:solidFill>
                <a:srgbClr val="E69138"/>
              </a:solidFill>
              <a:latin typeface="Consolas"/>
              <a:ea typeface="Consolas"/>
              <a:cs typeface="Consolas"/>
              <a:sym typeface="Consolas"/>
            </a:endParaRPr>
          </a:p>
        </p:txBody>
      </p:sp>
      <p:sp>
        <p:nvSpPr>
          <p:cNvPr id="132" name="Google Shape;132;p18"/>
          <p:cNvSpPr txBox="1"/>
          <p:nvPr/>
        </p:nvSpPr>
        <p:spPr>
          <a:xfrm>
            <a:off x="5272775" y="5796288"/>
            <a:ext cx="3699000" cy="1015800"/>
          </a:xfrm>
          <a:prstGeom prst="rect">
            <a:avLst/>
          </a:prstGeom>
          <a:solidFill>
            <a:srgbClr val="F3F3F3"/>
          </a:solidFill>
          <a:ln cap="flat" cmpd="sng" w="28575">
            <a:solidFill>
              <a:srgbClr val="0B5394"/>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1000"/>
              </a:spcBef>
              <a:spcAft>
                <a:spcPts val="0"/>
              </a:spcAft>
              <a:buNone/>
            </a:pPr>
            <a:r>
              <a:rPr lang="es" sz="1800">
                <a:solidFill>
                  <a:schemeClr val="dk1"/>
                </a:solidFill>
                <a:latin typeface="Inter"/>
                <a:ea typeface="Inter"/>
                <a:cs typeface="Inter"/>
                <a:sym typeface="Inter"/>
              </a:rPr>
              <a:t>Más información en: </a:t>
            </a:r>
            <a:endParaRPr sz="1800">
              <a:solidFill>
                <a:schemeClr val="dk1"/>
              </a:solidFill>
              <a:latin typeface="Inter"/>
              <a:ea typeface="Inter"/>
              <a:cs typeface="Inter"/>
              <a:sym typeface="Inter"/>
            </a:endParaRPr>
          </a:p>
          <a:p>
            <a:pPr indent="-342900" lvl="0" marL="457200" rtl="0" algn="l">
              <a:spcBef>
                <a:spcPts val="0"/>
              </a:spcBef>
              <a:spcAft>
                <a:spcPts val="0"/>
              </a:spcAft>
              <a:buClr>
                <a:schemeClr val="dk1"/>
              </a:buClr>
              <a:buSzPts val="1800"/>
              <a:buFont typeface="Inter"/>
              <a:buChar char="●"/>
            </a:pPr>
            <a:r>
              <a:rPr lang="es" sz="1800">
                <a:solidFill>
                  <a:schemeClr val="dk1"/>
                </a:solidFill>
                <a:latin typeface="Inter"/>
                <a:ea typeface="Inter"/>
                <a:cs typeface="Inter"/>
                <a:sym typeface="Inter"/>
              </a:rPr>
              <a:t>syscall(2)</a:t>
            </a:r>
            <a:endParaRPr sz="1800">
              <a:solidFill>
                <a:schemeClr val="dk1"/>
              </a:solidFill>
              <a:highlight>
                <a:srgbClr val="0B5394"/>
              </a:highlight>
              <a:latin typeface="Inter"/>
              <a:ea typeface="Inter"/>
              <a:cs typeface="Inter"/>
              <a:sym typeface="Inter"/>
            </a:endParaRPr>
          </a:p>
          <a:p>
            <a:pPr indent="-342900" lvl="0" marL="457200" rtl="0" algn="l">
              <a:spcBef>
                <a:spcPts val="0"/>
              </a:spcBef>
              <a:spcAft>
                <a:spcPts val="0"/>
              </a:spcAft>
              <a:buClr>
                <a:schemeClr val="dk1"/>
              </a:buClr>
              <a:buSzPts val="1800"/>
              <a:buFont typeface="Inter"/>
              <a:buChar char="●"/>
            </a:pPr>
            <a:r>
              <a:rPr lang="es" sz="1800">
                <a:solidFill>
                  <a:schemeClr val="dk1"/>
                </a:solidFill>
                <a:latin typeface="Inter"/>
                <a:ea typeface="Inter"/>
                <a:cs typeface="Inter"/>
                <a:sym typeface="Inter"/>
              </a:rPr>
              <a:t>syscalls(2)</a:t>
            </a:r>
            <a:endParaRPr b="1" sz="1800">
              <a:solidFill>
                <a:srgbClr val="0B5394"/>
              </a:solidFill>
              <a:latin typeface="Consolas"/>
              <a:ea typeface="Consolas"/>
              <a:cs typeface="Consolas"/>
              <a:sym typeface="Consolas"/>
            </a:endParaRPr>
          </a:p>
        </p:txBody>
      </p:sp>
      <p:sp>
        <p:nvSpPr>
          <p:cNvPr id="133" name="Google Shape;133;p18"/>
          <p:cNvSpPr txBox="1"/>
          <p:nvPr/>
        </p:nvSpPr>
        <p:spPr>
          <a:xfrm>
            <a:off x="4756627" y="2064300"/>
            <a:ext cx="1520100" cy="400200"/>
          </a:xfrm>
          <a:prstGeom prst="rect">
            <a:avLst/>
          </a:prstGeom>
          <a:solidFill>
            <a:srgbClr val="CFE2F3"/>
          </a:solidFill>
          <a:ln cap="flat" cmpd="sng" w="9525">
            <a:solidFill>
              <a:srgbClr val="07376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
                <a:solidFill>
                  <a:schemeClr val="dk1"/>
                </a:solidFill>
                <a:latin typeface="Consolas"/>
                <a:ea typeface="Consolas"/>
                <a:cs typeface="Consolas"/>
                <a:sym typeface="Consolas"/>
              </a:rPr>
              <a:t>libstdc++.so</a:t>
            </a:r>
            <a:endParaRPr/>
          </a:p>
        </p:txBody>
      </p:sp>
      <p:sp>
        <p:nvSpPr>
          <p:cNvPr id="134" name="Google Shape;134;p18"/>
          <p:cNvSpPr txBox="1"/>
          <p:nvPr/>
        </p:nvSpPr>
        <p:spPr>
          <a:xfrm>
            <a:off x="6303950" y="2039400"/>
            <a:ext cx="2840100" cy="4464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es" sz="1700">
                <a:solidFill>
                  <a:srgbClr val="0B5394"/>
                </a:solidFill>
                <a:latin typeface="Inter"/>
                <a:ea typeface="Inter"/>
                <a:cs typeface="Inter"/>
                <a:sym typeface="Inter"/>
              </a:rPr>
              <a:t>Librería de sistema</a:t>
            </a:r>
            <a:endParaRPr b="1" sz="1700">
              <a:solidFill>
                <a:srgbClr val="0B5394"/>
              </a:solidFill>
            </a:endParaRPr>
          </a:p>
        </p:txBody>
      </p:sp>
      <p:sp>
        <p:nvSpPr>
          <p:cNvPr id="135" name="Google Shape;135;p18"/>
          <p:cNvSpPr txBox="1"/>
          <p:nvPr/>
        </p:nvSpPr>
        <p:spPr>
          <a:xfrm>
            <a:off x="1845788" y="2294850"/>
            <a:ext cx="2089800" cy="4311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es" sz="1600">
                <a:solidFill>
                  <a:srgbClr val="0B5394"/>
                </a:solidFill>
                <a:latin typeface="Inter"/>
                <a:ea typeface="Inter"/>
                <a:cs typeface="Inter"/>
                <a:sym typeface="Inter"/>
              </a:rPr>
              <a:t>Aplicación</a:t>
            </a:r>
            <a:endParaRPr b="1">
              <a:solidFill>
                <a:srgbClr val="0B5394"/>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9"/>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Procesos</a:t>
            </a:r>
            <a:endParaRPr b="0" sz="3200" u="none" cap="none" strike="noStrike">
              <a:solidFill>
                <a:srgbClr val="000000"/>
              </a:solidFill>
              <a:latin typeface="Inter Medium"/>
              <a:ea typeface="Inter Medium"/>
              <a:cs typeface="Inter Medium"/>
              <a:sym typeface="Inter Medium"/>
            </a:endParaRPr>
          </a:p>
        </p:txBody>
      </p:sp>
      <p:sp>
        <p:nvSpPr>
          <p:cNvPr id="142" name="Google Shape;142;p19"/>
          <p:cNvSpPr txBox="1"/>
          <p:nvPr/>
        </p:nvSpPr>
        <p:spPr>
          <a:xfrm>
            <a:off x="187500" y="901525"/>
            <a:ext cx="8742600" cy="47871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Inter"/>
              <a:buChar char="●"/>
            </a:pPr>
            <a:r>
              <a:rPr lang="es" sz="1600">
                <a:solidFill>
                  <a:schemeClr val="dk1"/>
                </a:solidFill>
                <a:latin typeface="Inter"/>
                <a:ea typeface="Inter"/>
                <a:cs typeface="Inter"/>
                <a:sym typeface="Inter"/>
              </a:rPr>
              <a:t>Un proceso (~1960 Multics) es el entorno de ejecución de un programa de usuario:</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Espacio de direccionamiento de memoria</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Descriptores de ficheros en uso</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Registros de la CPU</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Pila de memoria (</a:t>
            </a:r>
            <a:r>
              <a:rPr i="1" lang="es" sz="1600">
                <a:solidFill>
                  <a:schemeClr val="dk1"/>
                </a:solidFill>
                <a:latin typeface="Inter"/>
                <a:ea typeface="Inter"/>
                <a:cs typeface="Inter"/>
                <a:sym typeface="Inter"/>
              </a:rPr>
              <a:t>por </a:t>
            </a:r>
            <a:r>
              <a:rPr i="1" lang="es" sz="1600">
                <a:solidFill>
                  <a:srgbClr val="E69138"/>
                </a:solidFill>
                <a:latin typeface="Inter"/>
                <a:ea typeface="Inter"/>
                <a:cs typeface="Inter"/>
                <a:sym typeface="Inter"/>
              </a:rPr>
              <a:t>thread</a:t>
            </a:r>
            <a:r>
              <a:rPr b="1" baseline="30000" i="1" lang="es">
                <a:solidFill>
                  <a:srgbClr val="E69138"/>
                </a:solidFill>
                <a:latin typeface="Inter"/>
                <a:ea typeface="Inter"/>
                <a:cs typeface="Inter"/>
                <a:sym typeface="Inter"/>
              </a:rPr>
              <a:t>*</a:t>
            </a:r>
            <a:r>
              <a:rPr i="1" lang="es" sz="1600">
                <a:solidFill>
                  <a:schemeClr val="dk1"/>
                </a:solidFill>
                <a:latin typeface="Inter"/>
                <a:ea typeface="Inter"/>
                <a:cs typeface="Inter"/>
                <a:sym typeface="Inter"/>
              </a:rPr>
              <a:t>)</a:t>
            </a:r>
            <a:endParaRPr i="1"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Estado incluye todos los atributos que usa el kernel para su gestión</a:t>
            </a:r>
            <a:endParaRPr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El desarrollo del concepto de proceso permite al SO:</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Mejorar la eficiencia del uso de los recursos (</a:t>
            </a:r>
            <a:r>
              <a:rPr b="1" i="1" lang="es" sz="1600">
                <a:solidFill>
                  <a:srgbClr val="E69138"/>
                </a:solidFill>
                <a:latin typeface="Inter"/>
                <a:ea typeface="Inter"/>
                <a:cs typeface="Inter"/>
                <a:sym typeface="Inter"/>
              </a:rPr>
              <a:t>multiprogramación</a:t>
            </a:r>
            <a:r>
              <a:rPr i="1" lang="es" sz="1600">
                <a:solidFill>
                  <a:schemeClr val="dk1"/>
                </a:solidFill>
                <a:latin typeface="Inter"/>
                <a:ea typeface="Inter"/>
                <a:cs typeface="Inter"/>
                <a:sym typeface="Inter"/>
              </a:rPr>
              <a:t>). </a:t>
            </a:r>
            <a:r>
              <a:rPr lang="es" sz="1600">
                <a:solidFill>
                  <a:schemeClr val="dk1"/>
                </a:solidFill>
                <a:latin typeface="Inter"/>
                <a:ea typeface="Inter"/>
                <a:cs typeface="Inter"/>
                <a:sym typeface="Inter"/>
              </a:rPr>
              <a:t>Ej. permite que un proceso use la CPU mientras otro hace un operación de E/S.</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Uso en </a:t>
            </a:r>
            <a:r>
              <a:rPr b="1" i="1" lang="es" sz="1600">
                <a:solidFill>
                  <a:srgbClr val="E69138"/>
                </a:solidFill>
                <a:latin typeface="Inter"/>
                <a:ea typeface="Inter"/>
                <a:cs typeface="Inter"/>
                <a:sym typeface="Inter"/>
              </a:rPr>
              <a:t>tiem</a:t>
            </a:r>
            <a:r>
              <a:rPr b="1" i="1" lang="es" sz="1600">
                <a:solidFill>
                  <a:srgbClr val="E69138"/>
                </a:solidFill>
                <a:latin typeface="Inter"/>
                <a:ea typeface="Inter"/>
                <a:cs typeface="Inter"/>
                <a:sym typeface="Inter"/>
              </a:rPr>
              <a:t>po-compartido (</a:t>
            </a:r>
            <a:r>
              <a:rPr b="1" i="1" lang="es" sz="1600">
                <a:solidFill>
                  <a:srgbClr val="E69138"/>
                </a:solidFill>
                <a:latin typeface="Inter"/>
                <a:ea typeface="Inter"/>
                <a:cs typeface="Inter"/>
                <a:sym typeface="Inter"/>
              </a:rPr>
              <a:t>multitarea)</a:t>
            </a:r>
            <a:r>
              <a:rPr i="1" lang="es" sz="1600">
                <a:solidFill>
                  <a:schemeClr val="dk1"/>
                </a:solidFill>
                <a:latin typeface="Inter"/>
                <a:ea typeface="Inter"/>
                <a:cs typeface="Inter"/>
                <a:sym typeface="Inter"/>
              </a:rPr>
              <a:t> </a:t>
            </a:r>
            <a:r>
              <a:rPr lang="es" sz="1600">
                <a:solidFill>
                  <a:schemeClr val="dk1"/>
                </a:solidFill>
                <a:latin typeface="Inter"/>
                <a:ea typeface="Inter"/>
                <a:cs typeface="Inter"/>
                <a:sym typeface="Inter"/>
              </a:rPr>
              <a:t>de los recursos del sistema para soportar la ejecución </a:t>
            </a:r>
            <a:r>
              <a:rPr lang="es" sz="1600">
                <a:solidFill>
                  <a:schemeClr val="dk1"/>
                </a:solidFill>
                <a:latin typeface="Inter"/>
                <a:ea typeface="Inter"/>
                <a:cs typeface="Inter"/>
                <a:sym typeface="Inter"/>
              </a:rPr>
              <a:t>simultánea </a:t>
            </a:r>
            <a:r>
              <a:rPr lang="es" sz="1600">
                <a:solidFill>
                  <a:schemeClr val="dk1"/>
                </a:solidFill>
                <a:latin typeface="Inter"/>
                <a:ea typeface="Inter"/>
                <a:cs typeface="Inter"/>
                <a:sym typeface="Inter"/>
              </a:rPr>
              <a:t>de múltiples programas (y de múltiples usuarios)</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Desarrollo de sistemas de </a:t>
            </a:r>
            <a:r>
              <a:rPr b="1" i="1" lang="es" sz="1600">
                <a:solidFill>
                  <a:srgbClr val="E69138"/>
                </a:solidFill>
                <a:latin typeface="Inter"/>
                <a:ea typeface="Inter"/>
                <a:cs typeface="Inter"/>
                <a:sym typeface="Inter"/>
              </a:rPr>
              <a:t>tiempo real</a:t>
            </a:r>
            <a:r>
              <a:rPr lang="es" sz="1600">
                <a:solidFill>
                  <a:schemeClr val="dk1"/>
                </a:solidFill>
                <a:latin typeface="Inter"/>
                <a:ea typeface="Inter"/>
                <a:cs typeface="Inter"/>
                <a:sym typeface="Inter"/>
              </a:rPr>
              <a:t> para asegurar la ejecución determinista (planificación) y aislada de aplicaciones.</a:t>
            </a:r>
            <a:endParaRPr b="1" i="1" sz="1600">
              <a:solidFill>
                <a:srgbClr val="E69138"/>
              </a:solidFill>
              <a:latin typeface="Inter"/>
              <a:ea typeface="Inter"/>
              <a:cs typeface="Inter"/>
              <a:sym typeface="Inter"/>
            </a:endParaRPr>
          </a:p>
        </p:txBody>
      </p:sp>
      <p:sp>
        <p:nvSpPr>
          <p:cNvPr id="143" name="Google Shape;143;p19"/>
          <p:cNvSpPr txBox="1"/>
          <p:nvPr/>
        </p:nvSpPr>
        <p:spPr>
          <a:xfrm>
            <a:off x="0" y="6192300"/>
            <a:ext cx="9016200" cy="6156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baseline="30000" i="1" lang="es">
                <a:solidFill>
                  <a:srgbClr val="E69138"/>
                </a:solidFill>
                <a:latin typeface="Inter"/>
                <a:ea typeface="Inter"/>
                <a:cs typeface="Inter"/>
                <a:sym typeface="Inter"/>
              </a:rPr>
              <a:t>*</a:t>
            </a:r>
            <a:r>
              <a:rPr lang="es">
                <a:solidFill>
                  <a:schemeClr val="dk1"/>
                </a:solidFill>
                <a:latin typeface="Inter"/>
                <a:ea typeface="Inter"/>
                <a:cs typeface="Inter"/>
                <a:sym typeface="Inter"/>
              </a:rPr>
              <a:t>En Linux</a:t>
            </a:r>
            <a:r>
              <a:rPr i="1" lang="es">
                <a:solidFill>
                  <a:schemeClr val="dk1"/>
                </a:solidFill>
                <a:latin typeface="Inter"/>
                <a:ea typeface="Inter"/>
                <a:cs typeface="Inter"/>
                <a:sym typeface="Inter"/>
              </a:rPr>
              <a:t> procesos y threads </a:t>
            </a:r>
            <a:r>
              <a:rPr lang="es">
                <a:solidFill>
                  <a:schemeClr val="dk1"/>
                </a:solidFill>
                <a:latin typeface="Inter"/>
                <a:ea typeface="Inter"/>
                <a:cs typeface="Inter"/>
                <a:sym typeface="Inter"/>
              </a:rPr>
              <a:t>se representan con la misma estructura </a:t>
            </a:r>
            <a:r>
              <a:rPr i="1" lang="es">
                <a:solidFill>
                  <a:schemeClr val="dk1"/>
                </a:solidFill>
                <a:latin typeface="Inter"/>
                <a:ea typeface="Inter"/>
                <a:cs typeface="Inter"/>
                <a:sym typeface="Inter"/>
              </a:rPr>
              <a:t>“task”. </a:t>
            </a:r>
            <a:r>
              <a:rPr lang="es">
                <a:solidFill>
                  <a:schemeClr val="dk1"/>
                </a:solidFill>
                <a:latin typeface="Inter"/>
                <a:ea typeface="Inter"/>
                <a:cs typeface="Inter"/>
                <a:sym typeface="Inter"/>
              </a:rPr>
              <a:t>Los threads de un proceso comparten el espacio de direcciones y descriptores; y permiten a un proceso usar múltiples CPUs.</a:t>
            </a:r>
            <a:endParaRPr>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0"/>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0"/>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Memoria Virtual</a:t>
            </a:r>
            <a:endParaRPr b="0" sz="3200" u="none" cap="none" strike="noStrike">
              <a:solidFill>
                <a:srgbClr val="000000"/>
              </a:solidFill>
              <a:latin typeface="Inter Medium"/>
              <a:ea typeface="Inter Medium"/>
              <a:cs typeface="Inter Medium"/>
              <a:sym typeface="Inter Medium"/>
            </a:endParaRPr>
          </a:p>
        </p:txBody>
      </p:sp>
      <p:sp>
        <p:nvSpPr>
          <p:cNvPr id="150" name="Google Shape;150;p20"/>
          <p:cNvSpPr txBox="1"/>
          <p:nvPr/>
        </p:nvSpPr>
        <p:spPr>
          <a:xfrm>
            <a:off x="8700" y="749125"/>
            <a:ext cx="9144000" cy="26679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Inter"/>
              <a:buChar char="●"/>
            </a:pPr>
            <a:r>
              <a:rPr lang="es" sz="1600">
                <a:solidFill>
                  <a:schemeClr val="dk1"/>
                </a:solidFill>
                <a:latin typeface="Inter"/>
                <a:ea typeface="Inter"/>
                <a:cs typeface="Inter"/>
                <a:sym typeface="Inter"/>
              </a:rPr>
              <a:t>La memoria </a:t>
            </a:r>
            <a:r>
              <a:rPr lang="es" sz="1600">
                <a:solidFill>
                  <a:schemeClr val="dk1"/>
                </a:solidFill>
                <a:latin typeface="Inter"/>
                <a:ea typeface="Inter"/>
                <a:cs typeface="Inter"/>
                <a:sym typeface="Inter"/>
              </a:rPr>
              <a:t>virtual</a:t>
            </a:r>
            <a:r>
              <a:rPr lang="es" sz="1600">
                <a:solidFill>
                  <a:schemeClr val="dk1"/>
                </a:solidFill>
                <a:latin typeface="Inter"/>
                <a:ea typeface="Inter"/>
                <a:cs typeface="Inter"/>
                <a:sym typeface="Inter"/>
              </a:rPr>
              <a:t> es una abstracción que permite que los procesos (y el kernel) tengan la ilusión de tener una memoria principal ilimitada</a:t>
            </a:r>
            <a:r>
              <a:rPr b="1" baseline="30000" i="1" lang="es">
                <a:solidFill>
                  <a:srgbClr val="E69138"/>
                </a:solidFill>
                <a:latin typeface="Inter"/>
                <a:ea typeface="Inter"/>
                <a:cs typeface="Inter"/>
                <a:sym typeface="Inter"/>
              </a:rPr>
              <a:t>*</a:t>
            </a:r>
            <a:r>
              <a:rPr lang="es" sz="1600">
                <a:solidFill>
                  <a:schemeClr val="dk1"/>
                </a:solidFill>
                <a:latin typeface="Inter"/>
                <a:ea typeface="Inter"/>
                <a:cs typeface="Inter"/>
                <a:sym typeface="Inter"/>
              </a:rPr>
              <a:t> y exclusiva.</a:t>
            </a:r>
            <a:endParaRPr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El sistema de memoria virtual se implementa por la CPU y el sistema operativo.</a:t>
            </a:r>
            <a:endParaRPr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La memoria virtual permite:</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b="1" lang="es" sz="1600">
                <a:solidFill>
                  <a:srgbClr val="E69138"/>
                </a:solidFill>
                <a:latin typeface="Inter"/>
                <a:ea typeface="Inter"/>
                <a:cs typeface="Inter"/>
                <a:sym typeface="Inter"/>
              </a:rPr>
              <a:t>M</a:t>
            </a:r>
            <a:r>
              <a:rPr b="1" lang="es" sz="1600">
                <a:solidFill>
                  <a:srgbClr val="E69138"/>
                </a:solidFill>
                <a:latin typeface="Inter"/>
                <a:ea typeface="Inter"/>
                <a:cs typeface="Inter"/>
                <a:sym typeface="Inter"/>
              </a:rPr>
              <a:t>ultitarea</a:t>
            </a:r>
            <a:r>
              <a:rPr lang="es" sz="1600">
                <a:solidFill>
                  <a:schemeClr val="dk1"/>
                </a:solidFill>
                <a:latin typeface="Inter"/>
                <a:ea typeface="Inter"/>
                <a:cs typeface="Inter"/>
                <a:sym typeface="Inter"/>
              </a:rPr>
              <a:t>, ya que los procesos trabajan con su espacio de direcciones privado sin conflictos.</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b="1" lang="es" sz="1600">
                <a:solidFill>
                  <a:srgbClr val="E69138"/>
                </a:solidFill>
                <a:latin typeface="Inter"/>
                <a:ea typeface="Inter"/>
                <a:cs typeface="Inter"/>
                <a:sym typeface="Inter"/>
              </a:rPr>
              <a:t>Sobresuscripción</a:t>
            </a:r>
            <a:r>
              <a:rPr lang="es" sz="1600">
                <a:solidFill>
                  <a:schemeClr val="dk1"/>
                </a:solidFill>
                <a:latin typeface="Inter"/>
                <a:ea typeface="Inter"/>
                <a:cs typeface="Inter"/>
                <a:sym typeface="Inter"/>
              </a:rPr>
              <a:t> (</a:t>
            </a:r>
            <a:r>
              <a:rPr i="1" lang="es" sz="1600">
                <a:solidFill>
                  <a:schemeClr val="dk1"/>
                </a:solidFill>
                <a:latin typeface="Inter"/>
                <a:ea typeface="Inter"/>
                <a:cs typeface="Inter"/>
                <a:sym typeface="Inter"/>
              </a:rPr>
              <a:t>over-provisioning</a:t>
            </a:r>
            <a:r>
              <a:rPr lang="es" sz="1600">
                <a:solidFill>
                  <a:schemeClr val="dk1"/>
                </a:solidFill>
                <a:latin typeface="Inter"/>
                <a:ea typeface="Inter"/>
                <a:cs typeface="Inter"/>
                <a:sym typeface="Inter"/>
              </a:rPr>
              <a:t>) de la memoria principal usando almacenamiento secundario (discos).</a:t>
            </a:r>
            <a:endParaRPr sz="1600">
              <a:solidFill>
                <a:schemeClr val="dk1"/>
              </a:solidFill>
              <a:latin typeface="Inter"/>
              <a:ea typeface="Inter"/>
              <a:cs typeface="Inter"/>
              <a:sym typeface="Inter"/>
            </a:endParaRPr>
          </a:p>
        </p:txBody>
      </p:sp>
      <p:sp>
        <p:nvSpPr>
          <p:cNvPr id="151" name="Google Shape;151;p20"/>
          <p:cNvSpPr txBox="1"/>
          <p:nvPr/>
        </p:nvSpPr>
        <p:spPr>
          <a:xfrm>
            <a:off x="84600" y="3562050"/>
            <a:ext cx="3645900" cy="216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600">
                <a:solidFill>
                  <a:srgbClr val="E69138"/>
                </a:solidFill>
                <a:latin typeface="Inter"/>
                <a:ea typeface="Inter"/>
                <a:cs typeface="Inter"/>
                <a:sym typeface="Inter"/>
              </a:rPr>
              <a:t>Esquemas de Implementación</a:t>
            </a:r>
            <a:endParaRPr b="1" sz="1600">
              <a:solidFill>
                <a:srgbClr val="E69138"/>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i="1" lang="es" sz="1600">
                <a:solidFill>
                  <a:schemeClr val="dk1"/>
                </a:solidFill>
                <a:latin typeface="Inter"/>
                <a:ea typeface="Inter"/>
                <a:cs typeface="Inter"/>
                <a:sym typeface="Inter"/>
              </a:rPr>
              <a:t>Process swapping. </a:t>
            </a:r>
            <a:r>
              <a:rPr lang="es" sz="1600">
                <a:solidFill>
                  <a:schemeClr val="dk1"/>
                </a:solidFill>
                <a:latin typeface="Inter"/>
                <a:ea typeface="Inter"/>
                <a:cs typeface="Inter"/>
                <a:sym typeface="Inter"/>
              </a:rPr>
              <a:t>Se mueven los procesos completamente entre la memoria y disco</a:t>
            </a:r>
            <a:endParaRPr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i="1" lang="es" sz="1600">
                <a:solidFill>
                  <a:schemeClr val="dk1"/>
                </a:solidFill>
                <a:latin typeface="Inter"/>
                <a:ea typeface="Inter"/>
                <a:cs typeface="Inter"/>
                <a:sym typeface="Inter"/>
              </a:rPr>
              <a:t>Paginación.</a:t>
            </a:r>
            <a:r>
              <a:rPr lang="es" sz="1600">
                <a:solidFill>
                  <a:schemeClr val="dk1"/>
                </a:solidFill>
                <a:latin typeface="Inter"/>
                <a:ea typeface="Inter"/>
                <a:cs typeface="Inter"/>
                <a:sym typeface="Inter"/>
              </a:rPr>
              <a:t> Mover pequeños segmentos de memoria (páginas, p.ej. 4K).</a:t>
            </a:r>
            <a:endParaRPr sz="1600">
              <a:solidFill>
                <a:schemeClr val="dk1"/>
              </a:solidFill>
              <a:latin typeface="Consolas"/>
              <a:ea typeface="Consolas"/>
              <a:cs typeface="Consolas"/>
              <a:sym typeface="Consolas"/>
            </a:endParaRPr>
          </a:p>
        </p:txBody>
      </p:sp>
      <p:sp>
        <p:nvSpPr>
          <p:cNvPr id="152" name="Google Shape;152;p20"/>
          <p:cNvSpPr txBox="1"/>
          <p:nvPr/>
        </p:nvSpPr>
        <p:spPr>
          <a:xfrm>
            <a:off x="0" y="6510027"/>
            <a:ext cx="9016200" cy="4002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baseline="30000" i="1" lang="es">
                <a:solidFill>
                  <a:srgbClr val="E69138"/>
                </a:solidFill>
                <a:latin typeface="Inter"/>
                <a:ea typeface="Inter"/>
                <a:cs typeface="Inter"/>
                <a:sym typeface="Inter"/>
              </a:rPr>
              <a:t>*</a:t>
            </a:r>
            <a:r>
              <a:rPr i="1" lang="es">
                <a:solidFill>
                  <a:schemeClr val="dk1"/>
                </a:solidFill>
                <a:latin typeface="Inter"/>
                <a:ea typeface="Inter"/>
                <a:cs typeface="Inter"/>
                <a:sym typeface="Inter"/>
              </a:rPr>
              <a:t>En arquitecturas de 32bits el l</a:t>
            </a:r>
            <a:r>
              <a:rPr i="1" lang="es">
                <a:solidFill>
                  <a:schemeClr val="dk1"/>
                </a:solidFill>
                <a:latin typeface="Inter"/>
                <a:ea typeface="Inter"/>
                <a:cs typeface="Inter"/>
                <a:sym typeface="Inter"/>
              </a:rPr>
              <a:t>ímite es de 4Gb por el tamaño de la dirección</a:t>
            </a:r>
            <a:endParaRPr i="1">
              <a:solidFill>
                <a:schemeClr val="dk1"/>
              </a:solidFill>
              <a:latin typeface="Inter"/>
              <a:ea typeface="Inter"/>
              <a:cs typeface="Inter"/>
              <a:sym typeface="Inter"/>
            </a:endParaRPr>
          </a:p>
        </p:txBody>
      </p:sp>
      <p:sp>
        <p:nvSpPr>
          <p:cNvPr id="153" name="Google Shape;153;p20"/>
          <p:cNvSpPr/>
          <p:nvPr/>
        </p:nvSpPr>
        <p:spPr>
          <a:xfrm rot="-5400000">
            <a:off x="4832768" y="4146200"/>
            <a:ext cx="2082900" cy="1265700"/>
          </a:xfrm>
          <a:prstGeom prst="round2SameRect">
            <a:avLst>
              <a:gd fmla="val 7333" name="adj1"/>
              <a:gd fmla="val 0" name="adj2"/>
            </a:avLst>
          </a:prstGeom>
          <a:solidFill>
            <a:srgbClr val="6FA8DC"/>
          </a:solidFill>
          <a:ln>
            <a:noFill/>
          </a:ln>
        </p:spPr>
        <p:txBody>
          <a:bodyPr anchorCtr="0" anchor="t" bIns="91425" lIns="91425" spcFirstLastPara="1" rIns="91425" wrap="square" tIns="91425">
            <a:noAutofit/>
          </a:bodyPr>
          <a:lstStyle/>
          <a:p>
            <a:pPr indent="0" lvl="0" marL="0" rtl="0" algn="ctr">
              <a:spcBef>
                <a:spcPts val="1000"/>
              </a:spcBef>
              <a:spcAft>
                <a:spcPts val="0"/>
              </a:spcAft>
              <a:buClr>
                <a:schemeClr val="dk1"/>
              </a:buClr>
              <a:buSzPts val="1100"/>
              <a:buFont typeface="Arial"/>
              <a:buNone/>
            </a:pPr>
            <a:r>
              <a:t/>
            </a:r>
            <a:endParaRPr b="1">
              <a:solidFill>
                <a:schemeClr val="lt1"/>
              </a:solidFill>
            </a:endParaRPr>
          </a:p>
        </p:txBody>
      </p:sp>
      <p:sp>
        <p:nvSpPr>
          <p:cNvPr id="154" name="Google Shape;154;p20"/>
          <p:cNvSpPr/>
          <p:nvPr/>
        </p:nvSpPr>
        <p:spPr>
          <a:xfrm flipH="1" rot="5400000">
            <a:off x="6631918" y="3610250"/>
            <a:ext cx="936000" cy="1190700"/>
          </a:xfrm>
          <a:prstGeom prst="round2SameRect">
            <a:avLst>
              <a:gd fmla="val 7333" name="adj1"/>
              <a:gd fmla="val 0" name="adj2"/>
            </a:avLst>
          </a:prstGeom>
          <a:solidFill>
            <a:srgbClr val="0B5394"/>
          </a:solidFill>
          <a:ln>
            <a:noFill/>
          </a:ln>
        </p:spPr>
        <p:txBody>
          <a:bodyPr anchorCtr="0" anchor="t" bIns="91425" lIns="91425" spcFirstLastPara="1" rIns="91425" wrap="square" tIns="91425">
            <a:noAutofit/>
          </a:bodyPr>
          <a:lstStyle/>
          <a:p>
            <a:pPr indent="0" lvl="0" marL="0" rtl="0" algn="ctr">
              <a:spcBef>
                <a:spcPts val="1000"/>
              </a:spcBef>
              <a:spcAft>
                <a:spcPts val="0"/>
              </a:spcAft>
              <a:buNone/>
            </a:pPr>
            <a:r>
              <a:t/>
            </a:r>
            <a:endParaRPr b="1">
              <a:solidFill>
                <a:schemeClr val="lt1"/>
              </a:solidFill>
            </a:endParaRPr>
          </a:p>
        </p:txBody>
      </p:sp>
      <p:sp>
        <p:nvSpPr>
          <p:cNvPr id="155" name="Google Shape;155;p20"/>
          <p:cNvSpPr/>
          <p:nvPr/>
        </p:nvSpPr>
        <p:spPr>
          <a:xfrm>
            <a:off x="3811218" y="3767700"/>
            <a:ext cx="1187100" cy="1176600"/>
          </a:xfrm>
          <a:prstGeom prst="roundRect">
            <a:avLst>
              <a:gd fmla="val 6857" name="adj"/>
            </a:avLst>
          </a:prstGeom>
          <a:solidFill>
            <a:srgbClr val="3D85C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chemeClr val="lt1"/>
              </a:solidFill>
            </a:endParaRPr>
          </a:p>
        </p:txBody>
      </p:sp>
      <p:sp>
        <p:nvSpPr>
          <p:cNvPr id="156" name="Google Shape;156;p20"/>
          <p:cNvSpPr/>
          <p:nvPr/>
        </p:nvSpPr>
        <p:spPr>
          <a:xfrm rot="-5400000">
            <a:off x="4184918" y="4062550"/>
            <a:ext cx="569100" cy="1057800"/>
          </a:xfrm>
          <a:prstGeom prst="round2SameRect">
            <a:avLst>
              <a:gd fmla="val 16667" name="adj1"/>
              <a:gd fmla="val 0" name="adj2"/>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20"/>
          <p:cNvSpPr txBox="1"/>
          <p:nvPr/>
        </p:nvSpPr>
        <p:spPr>
          <a:xfrm>
            <a:off x="3795426" y="3737731"/>
            <a:ext cx="89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chemeClr val="lt1"/>
                </a:solidFill>
                <a:latin typeface="Inter"/>
                <a:ea typeface="Inter"/>
                <a:cs typeface="Inter"/>
                <a:sym typeface="Inter"/>
              </a:rPr>
              <a:t>Proceso</a:t>
            </a:r>
            <a:endParaRPr>
              <a:solidFill>
                <a:schemeClr val="lt1"/>
              </a:solidFill>
              <a:latin typeface="Inter"/>
              <a:ea typeface="Inter"/>
              <a:cs typeface="Inter"/>
              <a:sym typeface="Inter"/>
            </a:endParaRPr>
          </a:p>
        </p:txBody>
      </p:sp>
      <p:sp>
        <p:nvSpPr>
          <p:cNvPr id="158" name="Google Shape;158;p20"/>
          <p:cNvSpPr txBox="1"/>
          <p:nvPr/>
        </p:nvSpPr>
        <p:spPr>
          <a:xfrm>
            <a:off x="3888670" y="4309367"/>
            <a:ext cx="1057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rgbClr val="434343"/>
                </a:solidFill>
                <a:latin typeface="Inter"/>
                <a:ea typeface="Inter"/>
                <a:cs typeface="Inter"/>
                <a:sym typeface="Inter"/>
              </a:rPr>
              <a:t>Espacio</a:t>
            </a:r>
            <a:endParaRPr sz="1200">
              <a:solidFill>
                <a:srgbClr val="434343"/>
              </a:solidFill>
              <a:latin typeface="Inter"/>
              <a:ea typeface="Inter"/>
              <a:cs typeface="Inter"/>
              <a:sym typeface="Inter"/>
            </a:endParaRPr>
          </a:p>
          <a:p>
            <a:pPr indent="0" lvl="0" marL="0" rtl="0" algn="l">
              <a:spcBef>
                <a:spcPts val="0"/>
              </a:spcBef>
              <a:spcAft>
                <a:spcPts val="0"/>
              </a:spcAft>
              <a:buNone/>
            </a:pPr>
            <a:r>
              <a:rPr lang="es" sz="1200">
                <a:solidFill>
                  <a:srgbClr val="434343"/>
                </a:solidFill>
                <a:latin typeface="Inter"/>
                <a:ea typeface="Inter"/>
                <a:cs typeface="Inter"/>
                <a:sym typeface="Inter"/>
              </a:rPr>
              <a:t>Dir.</a:t>
            </a:r>
            <a:endParaRPr sz="1200">
              <a:solidFill>
                <a:srgbClr val="434343"/>
              </a:solidFill>
              <a:latin typeface="Inter"/>
              <a:ea typeface="Inter"/>
              <a:cs typeface="Inter"/>
              <a:sym typeface="Inter"/>
            </a:endParaRPr>
          </a:p>
        </p:txBody>
      </p:sp>
      <p:sp>
        <p:nvSpPr>
          <p:cNvPr id="159" name="Google Shape;159;p20"/>
          <p:cNvSpPr txBox="1"/>
          <p:nvPr/>
        </p:nvSpPr>
        <p:spPr>
          <a:xfrm>
            <a:off x="5249522" y="3702570"/>
            <a:ext cx="1187100" cy="4002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es">
                <a:solidFill>
                  <a:srgbClr val="434343"/>
                </a:solidFill>
                <a:latin typeface="Inter"/>
                <a:ea typeface="Inter"/>
                <a:cs typeface="Inter"/>
                <a:sym typeface="Inter"/>
              </a:rPr>
              <a:t>Kernel</a:t>
            </a:r>
            <a:endParaRPr>
              <a:solidFill>
                <a:srgbClr val="434343"/>
              </a:solidFill>
            </a:endParaRPr>
          </a:p>
        </p:txBody>
      </p:sp>
      <p:sp>
        <p:nvSpPr>
          <p:cNvPr id="160" name="Google Shape;160;p20"/>
          <p:cNvSpPr txBox="1"/>
          <p:nvPr/>
        </p:nvSpPr>
        <p:spPr>
          <a:xfrm>
            <a:off x="6506359" y="3702570"/>
            <a:ext cx="1187100" cy="4002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es">
                <a:solidFill>
                  <a:srgbClr val="FFFFFF"/>
                </a:solidFill>
                <a:latin typeface="Inter"/>
                <a:ea typeface="Inter"/>
                <a:cs typeface="Inter"/>
                <a:sym typeface="Inter"/>
              </a:rPr>
              <a:t>CPU</a:t>
            </a:r>
            <a:endParaRPr>
              <a:solidFill>
                <a:srgbClr val="FFFFFF"/>
              </a:solidFill>
            </a:endParaRPr>
          </a:p>
        </p:txBody>
      </p:sp>
      <p:sp>
        <p:nvSpPr>
          <p:cNvPr id="161" name="Google Shape;161;p20"/>
          <p:cNvSpPr/>
          <p:nvPr/>
        </p:nvSpPr>
        <p:spPr>
          <a:xfrm rot="-5400000">
            <a:off x="5726438" y="5006675"/>
            <a:ext cx="503700" cy="1057800"/>
          </a:xfrm>
          <a:prstGeom prst="round2SameRect">
            <a:avLst>
              <a:gd fmla="val 16667" name="adj1"/>
              <a:gd fmla="val 0" name="adj2"/>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20"/>
          <p:cNvSpPr/>
          <p:nvPr/>
        </p:nvSpPr>
        <p:spPr>
          <a:xfrm>
            <a:off x="7853818" y="3737717"/>
            <a:ext cx="1187100" cy="1568100"/>
          </a:xfrm>
          <a:prstGeom prst="roundRect">
            <a:avLst>
              <a:gd fmla="val 6857" name="adj"/>
            </a:avLst>
          </a:prstGeom>
          <a:solidFill>
            <a:srgbClr val="45818E"/>
          </a:solidFill>
          <a:ln>
            <a:noFill/>
          </a:ln>
        </p:spPr>
        <p:txBody>
          <a:bodyPr anchorCtr="0" anchor="t" bIns="91425" lIns="91425" spcFirstLastPara="1" rIns="91425" wrap="square" tIns="91425">
            <a:noAutofit/>
          </a:bodyPr>
          <a:lstStyle/>
          <a:p>
            <a:pPr indent="0" lvl="0" marL="0" rtl="0" algn="ctr">
              <a:spcBef>
                <a:spcPts val="1000"/>
              </a:spcBef>
              <a:spcAft>
                <a:spcPts val="0"/>
              </a:spcAft>
              <a:buNone/>
            </a:pPr>
            <a:r>
              <a:t/>
            </a:r>
            <a:endParaRPr b="1">
              <a:solidFill>
                <a:schemeClr val="lt1"/>
              </a:solidFill>
            </a:endParaRPr>
          </a:p>
        </p:txBody>
      </p:sp>
      <p:sp>
        <p:nvSpPr>
          <p:cNvPr id="163" name="Google Shape;163;p20"/>
          <p:cNvSpPr txBox="1"/>
          <p:nvPr/>
        </p:nvSpPr>
        <p:spPr>
          <a:xfrm>
            <a:off x="7937049" y="4423129"/>
            <a:ext cx="1057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a:solidFill>
                  <a:srgbClr val="FFFFFF"/>
                </a:solidFill>
                <a:latin typeface="Inter"/>
                <a:ea typeface="Inter"/>
                <a:cs typeface="Inter"/>
                <a:sym typeface="Inter"/>
              </a:rPr>
              <a:t>Memoria</a:t>
            </a:r>
            <a:endParaRPr b="1">
              <a:solidFill>
                <a:srgbClr val="FFFFFF"/>
              </a:solidFill>
              <a:latin typeface="Inter"/>
              <a:ea typeface="Inter"/>
              <a:cs typeface="Inter"/>
              <a:sym typeface="Inter"/>
            </a:endParaRPr>
          </a:p>
          <a:p>
            <a:pPr indent="0" lvl="0" marL="0" rtl="0" algn="ctr">
              <a:spcBef>
                <a:spcPts val="0"/>
              </a:spcBef>
              <a:spcAft>
                <a:spcPts val="0"/>
              </a:spcAft>
              <a:buNone/>
            </a:pPr>
            <a:r>
              <a:rPr b="1" lang="es">
                <a:solidFill>
                  <a:srgbClr val="FFFFFF"/>
                </a:solidFill>
                <a:latin typeface="Inter"/>
                <a:ea typeface="Inter"/>
                <a:cs typeface="Inter"/>
                <a:sym typeface="Inter"/>
              </a:rPr>
              <a:t>Principal</a:t>
            </a:r>
            <a:endParaRPr b="1">
              <a:solidFill>
                <a:srgbClr val="FFFFFF"/>
              </a:solidFill>
              <a:latin typeface="Inter"/>
              <a:ea typeface="Inter"/>
              <a:cs typeface="Inter"/>
              <a:sym typeface="Inter"/>
            </a:endParaRPr>
          </a:p>
        </p:txBody>
      </p:sp>
      <p:sp>
        <p:nvSpPr>
          <p:cNvPr id="164" name="Google Shape;164;p20"/>
          <p:cNvSpPr/>
          <p:nvPr/>
        </p:nvSpPr>
        <p:spPr>
          <a:xfrm>
            <a:off x="7859813" y="5396139"/>
            <a:ext cx="1187100" cy="1239600"/>
          </a:xfrm>
          <a:prstGeom prst="roundRect">
            <a:avLst>
              <a:gd fmla="val 6857" name="adj"/>
            </a:avLst>
          </a:prstGeom>
          <a:solidFill>
            <a:srgbClr val="741B47"/>
          </a:solidFill>
          <a:ln>
            <a:noFill/>
          </a:ln>
        </p:spPr>
        <p:txBody>
          <a:bodyPr anchorCtr="0" anchor="t" bIns="91425" lIns="91425" spcFirstLastPara="1" rIns="91425" wrap="square" tIns="91425">
            <a:noAutofit/>
          </a:bodyPr>
          <a:lstStyle/>
          <a:p>
            <a:pPr indent="0" lvl="0" marL="0" rtl="0" algn="ctr">
              <a:spcBef>
                <a:spcPts val="1000"/>
              </a:spcBef>
              <a:spcAft>
                <a:spcPts val="0"/>
              </a:spcAft>
              <a:buNone/>
            </a:pPr>
            <a:r>
              <a:t/>
            </a:r>
            <a:endParaRPr b="1">
              <a:solidFill>
                <a:schemeClr val="lt1"/>
              </a:solidFill>
            </a:endParaRPr>
          </a:p>
        </p:txBody>
      </p:sp>
      <p:sp>
        <p:nvSpPr>
          <p:cNvPr id="165" name="Google Shape;165;p20"/>
          <p:cNvSpPr txBox="1"/>
          <p:nvPr/>
        </p:nvSpPr>
        <p:spPr>
          <a:xfrm>
            <a:off x="7734082" y="5886341"/>
            <a:ext cx="14196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a:solidFill>
                  <a:srgbClr val="FFFFFF"/>
                </a:solidFill>
                <a:latin typeface="Inter"/>
                <a:ea typeface="Inter"/>
                <a:cs typeface="Inter"/>
                <a:sym typeface="Inter"/>
              </a:rPr>
              <a:t>Almac.</a:t>
            </a:r>
            <a:endParaRPr b="1">
              <a:solidFill>
                <a:srgbClr val="FFFFFF"/>
              </a:solidFill>
              <a:latin typeface="Inter"/>
              <a:ea typeface="Inter"/>
              <a:cs typeface="Inter"/>
              <a:sym typeface="Inter"/>
            </a:endParaRPr>
          </a:p>
          <a:p>
            <a:pPr indent="0" lvl="0" marL="0" rtl="0" algn="ctr">
              <a:spcBef>
                <a:spcPts val="0"/>
              </a:spcBef>
              <a:spcAft>
                <a:spcPts val="0"/>
              </a:spcAft>
              <a:buNone/>
            </a:pPr>
            <a:r>
              <a:rPr b="1" lang="es">
                <a:solidFill>
                  <a:srgbClr val="FFFFFF"/>
                </a:solidFill>
                <a:latin typeface="Inter"/>
                <a:ea typeface="Inter"/>
                <a:cs typeface="Inter"/>
                <a:sym typeface="Inter"/>
              </a:rPr>
              <a:t>Secundario</a:t>
            </a:r>
            <a:endParaRPr b="1">
              <a:solidFill>
                <a:srgbClr val="FFFFFF"/>
              </a:solidFill>
              <a:latin typeface="Inter"/>
              <a:ea typeface="Inter"/>
              <a:cs typeface="Inter"/>
              <a:sym typeface="Inter"/>
            </a:endParaRPr>
          </a:p>
        </p:txBody>
      </p:sp>
      <p:sp>
        <p:nvSpPr>
          <p:cNvPr id="166" name="Google Shape;166;p20"/>
          <p:cNvSpPr/>
          <p:nvPr/>
        </p:nvSpPr>
        <p:spPr>
          <a:xfrm rot="5400000">
            <a:off x="8228243" y="3557125"/>
            <a:ext cx="356400" cy="1105200"/>
          </a:xfrm>
          <a:prstGeom prst="round2SameRect">
            <a:avLst>
              <a:gd fmla="val 8831" name="adj1"/>
              <a:gd fmla="val 0" name="adj2"/>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20"/>
          <p:cNvSpPr/>
          <p:nvPr/>
        </p:nvSpPr>
        <p:spPr>
          <a:xfrm rot="5400000">
            <a:off x="8250293" y="5085426"/>
            <a:ext cx="324300" cy="1105200"/>
          </a:xfrm>
          <a:prstGeom prst="round2SameRect">
            <a:avLst>
              <a:gd fmla="val 8372" name="adj1"/>
              <a:gd fmla="val 0" name="adj2"/>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8" name="Google Shape;168;p20"/>
          <p:cNvCxnSpPr>
            <a:endCxn id="166" idx="1"/>
          </p:cNvCxnSpPr>
          <p:nvPr/>
        </p:nvCxnSpPr>
        <p:spPr>
          <a:xfrm rot="10800000">
            <a:off x="7853843" y="4109725"/>
            <a:ext cx="626400" cy="0"/>
          </a:xfrm>
          <a:prstGeom prst="straightConnector1">
            <a:avLst/>
          </a:prstGeom>
          <a:noFill/>
          <a:ln cap="flat" cmpd="sng" w="9525">
            <a:solidFill>
              <a:schemeClr val="dk2"/>
            </a:solidFill>
            <a:prstDash val="dash"/>
            <a:round/>
            <a:headEnd len="med" w="med" type="triangle"/>
            <a:tailEnd len="med" w="med" type="none"/>
          </a:ln>
        </p:spPr>
      </p:cxnSp>
      <p:cxnSp>
        <p:nvCxnSpPr>
          <p:cNvPr id="169" name="Google Shape;169;p20"/>
          <p:cNvCxnSpPr>
            <a:endCxn id="167" idx="1"/>
          </p:cNvCxnSpPr>
          <p:nvPr/>
        </p:nvCxnSpPr>
        <p:spPr>
          <a:xfrm rot="10800000">
            <a:off x="7859843" y="5638026"/>
            <a:ext cx="654000" cy="0"/>
          </a:xfrm>
          <a:prstGeom prst="straightConnector1">
            <a:avLst/>
          </a:prstGeom>
          <a:noFill/>
          <a:ln cap="flat" cmpd="sng" w="9525">
            <a:solidFill>
              <a:schemeClr val="dk2"/>
            </a:solidFill>
            <a:prstDash val="dash"/>
            <a:round/>
            <a:headEnd len="med" w="med" type="triangle"/>
            <a:tailEnd len="med" w="med" type="none"/>
          </a:ln>
        </p:spPr>
      </p:cxnSp>
      <p:sp>
        <p:nvSpPr>
          <p:cNvPr id="170" name="Google Shape;170;p20"/>
          <p:cNvSpPr/>
          <p:nvPr/>
        </p:nvSpPr>
        <p:spPr>
          <a:xfrm rot="-417619">
            <a:off x="4947184" y="4247608"/>
            <a:ext cx="1074418" cy="570587"/>
          </a:xfrm>
          <a:prstGeom prst="parallelogram">
            <a:avLst>
              <a:gd fmla="val 14128"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1" name="Google Shape;171;p20"/>
          <p:cNvCxnSpPr>
            <a:stCxn id="170" idx="5"/>
          </p:cNvCxnSpPr>
          <p:nvPr/>
        </p:nvCxnSpPr>
        <p:spPr>
          <a:xfrm flipH="1" rot="10800000">
            <a:off x="4991153" y="4472517"/>
            <a:ext cx="948900" cy="120600"/>
          </a:xfrm>
          <a:prstGeom prst="straightConnector1">
            <a:avLst/>
          </a:prstGeom>
          <a:noFill/>
          <a:ln cap="flat" cmpd="sng" w="9525">
            <a:solidFill>
              <a:schemeClr val="dk2"/>
            </a:solidFill>
            <a:prstDash val="dash"/>
            <a:round/>
            <a:headEnd len="med" w="med" type="none"/>
            <a:tailEnd len="med" w="med" type="triangle"/>
          </a:ln>
        </p:spPr>
      </p:cxnSp>
      <p:sp>
        <p:nvSpPr>
          <p:cNvPr id="172" name="Google Shape;172;p20"/>
          <p:cNvSpPr/>
          <p:nvPr/>
        </p:nvSpPr>
        <p:spPr>
          <a:xfrm>
            <a:off x="4587564" y="4354755"/>
            <a:ext cx="375000" cy="119700"/>
          </a:xfrm>
          <a:prstGeom prst="rect">
            <a:avLst/>
          </a:prstGeom>
          <a:solidFill>
            <a:srgbClr val="FFFFFF"/>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20"/>
          <p:cNvSpPr/>
          <p:nvPr/>
        </p:nvSpPr>
        <p:spPr>
          <a:xfrm>
            <a:off x="4587564" y="4476201"/>
            <a:ext cx="375000" cy="119700"/>
          </a:xfrm>
          <a:prstGeom prst="rect">
            <a:avLst/>
          </a:prstGeom>
          <a:solidFill>
            <a:srgbClr val="FFFFFF"/>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0"/>
          <p:cNvSpPr/>
          <p:nvPr/>
        </p:nvSpPr>
        <p:spPr>
          <a:xfrm>
            <a:off x="4587564" y="4594917"/>
            <a:ext cx="375000" cy="119700"/>
          </a:xfrm>
          <a:prstGeom prst="rect">
            <a:avLst/>
          </a:prstGeom>
          <a:solidFill>
            <a:srgbClr val="FFFFFF"/>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0"/>
          <p:cNvSpPr/>
          <p:nvPr/>
        </p:nvSpPr>
        <p:spPr>
          <a:xfrm>
            <a:off x="4587564" y="4716363"/>
            <a:ext cx="375000" cy="119700"/>
          </a:xfrm>
          <a:prstGeom prst="rect">
            <a:avLst/>
          </a:prstGeom>
          <a:solidFill>
            <a:srgbClr val="FFFFFF"/>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20"/>
          <p:cNvSpPr/>
          <p:nvPr/>
        </p:nvSpPr>
        <p:spPr>
          <a:xfrm>
            <a:off x="8512930" y="3992952"/>
            <a:ext cx="375000" cy="119700"/>
          </a:xfrm>
          <a:prstGeom prst="rect">
            <a:avLst/>
          </a:prstGeom>
          <a:solidFill>
            <a:srgbClr val="FFFFFF"/>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20"/>
          <p:cNvSpPr/>
          <p:nvPr/>
        </p:nvSpPr>
        <p:spPr>
          <a:xfrm>
            <a:off x="8512930" y="4114398"/>
            <a:ext cx="375000" cy="119700"/>
          </a:xfrm>
          <a:prstGeom prst="rect">
            <a:avLst/>
          </a:prstGeom>
          <a:solidFill>
            <a:srgbClr val="FFFFFF"/>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20"/>
          <p:cNvSpPr/>
          <p:nvPr/>
        </p:nvSpPr>
        <p:spPr>
          <a:xfrm rot="-815994">
            <a:off x="7069806" y="4021102"/>
            <a:ext cx="840774" cy="352897"/>
          </a:xfrm>
          <a:prstGeom prst="parallelogram">
            <a:avLst>
              <a:gd fmla="val 2507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9" name="Google Shape;179;p20"/>
          <p:cNvCxnSpPr>
            <a:stCxn id="178" idx="5"/>
            <a:endCxn id="166" idx="1"/>
          </p:cNvCxnSpPr>
          <p:nvPr/>
        </p:nvCxnSpPr>
        <p:spPr>
          <a:xfrm flipH="1" rot="10800000">
            <a:off x="7124589" y="4109598"/>
            <a:ext cx="729300" cy="176400"/>
          </a:xfrm>
          <a:prstGeom prst="straightConnector1">
            <a:avLst/>
          </a:prstGeom>
          <a:noFill/>
          <a:ln cap="flat" cmpd="sng" w="9525">
            <a:solidFill>
              <a:schemeClr val="dk2"/>
            </a:solidFill>
            <a:prstDash val="dash"/>
            <a:round/>
            <a:headEnd len="med" w="med" type="none"/>
            <a:tailEnd len="med" w="med" type="none"/>
          </a:ln>
        </p:spPr>
      </p:cxnSp>
      <p:sp>
        <p:nvSpPr>
          <p:cNvPr id="180" name="Google Shape;180;p20"/>
          <p:cNvSpPr/>
          <p:nvPr/>
        </p:nvSpPr>
        <p:spPr>
          <a:xfrm flipH="1" rot="2696462">
            <a:off x="6886953" y="5167705"/>
            <a:ext cx="1236730" cy="235042"/>
          </a:xfrm>
          <a:prstGeom prst="parallelogram">
            <a:avLst>
              <a:gd fmla="val 102054"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20"/>
          <p:cNvSpPr/>
          <p:nvPr/>
        </p:nvSpPr>
        <p:spPr>
          <a:xfrm>
            <a:off x="8560622" y="5516672"/>
            <a:ext cx="375000" cy="119700"/>
          </a:xfrm>
          <a:prstGeom prst="rect">
            <a:avLst/>
          </a:prstGeom>
          <a:solidFill>
            <a:srgbClr val="FFFFFF"/>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20"/>
          <p:cNvSpPr/>
          <p:nvPr/>
        </p:nvSpPr>
        <p:spPr>
          <a:xfrm>
            <a:off x="8560622" y="5638118"/>
            <a:ext cx="375000" cy="119700"/>
          </a:xfrm>
          <a:prstGeom prst="rect">
            <a:avLst/>
          </a:prstGeom>
          <a:solidFill>
            <a:srgbClr val="FFFFFF"/>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3" name="Google Shape;183;p20"/>
          <p:cNvCxnSpPr>
            <a:stCxn id="180" idx="2"/>
            <a:endCxn id="180" idx="5"/>
          </p:cNvCxnSpPr>
          <p:nvPr/>
        </p:nvCxnSpPr>
        <p:spPr>
          <a:xfrm>
            <a:off x="7152512" y="4933146"/>
            <a:ext cx="705600" cy="704100"/>
          </a:xfrm>
          <a:prstGeom prst="straightConnector1">
            <a:avLst/>
          </a:prstGeom>
          <a:noFill/>
          <a:ln cap="flat" cmpd="sng" w="9525">
            <a:solidFill>
              <a:schemeClr val="dk2"/>
            </a:solidFill>
            <a:prstDash val="dash"/>
            <a:round/>
            <a:headEnd len="med" w="med" type="none"/>
            <a:tailEnd len="med" w="med" type="none"/>
          </a:ln>
        </p:spPr>
      </p:cxnSp>
      <p:sp>
        <p:nvSpPr>
          <p:cNvPr id="184" name="Google Shape;184;p20"/>
          <p:cNvSpPr txBox="1"/>
          <p:nvPr/>
        </p:nvSpPr>
        <p:spPr>
          <a:xfrm>
            <a:off x="5449388" y="5258525"/>
            <a:ext cx="1057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rgbClr val="434343"/>
                </a:solidFill>
                <a:latin typeface="Inter"/>
                <a:ea typeface="Inter"/>
                <a:cs typeface="Inter"/>
                <a:sym typeface="Inter"/>
              </a:rPr>
              <a:t>Espacio</a:t>
            </a:r>
            <a:endParaRPr sz="1200">
              <a:solidFill>
                <a:srgbClr val="434343"/>
              </a:solidFill>
              <a:latin typeface="Inter"/>
              <a:ea typeface="Inter"/>
              <a:cs typeface="Inter"/>
              <a:sym typeface="Inter"/>
            </a:endParaRPr>
          </a:p>
          <a:p>
            <a:pPr indent="0" lvl="0" marL="0" rtl="0" algn="l">
              <a:spcBef>
                <a:spcPts val="0"/>
              </a:spcBef>
              <a:spcAft>
                <a:spcPts val="0"/>
              </a:spcAft>
              <a:buNone/>
            </a:pPr>
            <a:r>
              <a:rPr lang="es" sz="1200">
                <a:solidFill>
                  <a:srgbClr val="434343"/>
                </a:solidFill>
                <a:latin typeface="Inter"/>
                <a:ea typeface="Inter"/>
                <a:cs typeface="Inter"/>
                <a:sym typeface="Inter"/>
              </a:rPr>
              <a:t>Direcciones</a:t>
            </a:r>
            <a:endParaRPr sz="1200">
              <a:solidFill>
                <a:srgbClr val="434343"/>
              </a:solidFill>
              <a:latin typeface="Inter"/>
              <a:ea typeface="Inter"/>
              <a:cs typeface="Inter"/>
              <a:sym typeface="Inter"/>
            </a:endParaRPr>
          </a:p>
        </p:txBody>
      </p:sp>
      <p:sp>
        <p:nvSpPr>
          <p:cNvPr id="185" name="Google Shape;185;p20"/>
          <p:cNvSpPr/>
          <p:nvPr/>
        </p:nvSpPr>
        <p:spPr>
          <a:xfrm>
            <a:off x="5962668" y="4051023"/>
            <a:ext cx="1187100" cy="1176600"/>
          </a:xfrm>
          <a:prstGeom prst="roundRect">
            <a:avLst>
              <a:gd fmla="val 6857" name="adj"/>
            </a:avLst>
          </a:prstGeom>
          <a:solidFill>
            <a:srgbClr val="FFFFFF"/>
          </a:solidFill>
          <a:ln cap="flat" cmpd="sng" w="19050">
            <a:solidFill>
              <a:srgbClr val="43434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1000"/>
              </a:spcBef>
              <a:spcAft>
                <a:spcPts val="0"/>
              </a:spcAft>
              <a:buNone/>
            </a:pPr>
            <a:r>
              <a:t/>
            </a:r>
            <a:endParaRPr b="1">
              <a:solidFill>
                <a:schemeClr val="lt1"/>
              </a:solidFill>
            </a:endParaRPr>
          </a:p>
        </p:txBody>
      </p:sp>
      <p:sp>
        <p:nvSpPr>
          <p:cNvPr id="186" name="Google Shape;186;p20"/>
          <p:cNvSpPr txBox="1"/>
          <p:nvPr/>
        </p:nvSpPr>
        <p:spPr>
          <a:xfrm>
            <a:off x="5949604" y="4380004"/>
            <a:ext cx="1228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a:solidFill>
                  <a:srgbClr val="E69138"/>
                </a:solidFill>
                <a:latin typeface="Inter"/>
                <a:ea typeface="Inter"/>
                <a:cs typeface="Inter"/>
                <a:sym typeface="Inter"/>
              </a:rPr>
              <a:t>Memoria</a:t>
            </a:r>
            <a:endParaRPr b="1">
              <a:solidFill>
                <a:srgbClr val="E69138"/>
              </a:solidFill>
              <a:latin typeface="Inter"/>
              <a:ea typeface="Inter"/>
              <a:cs typeface="Inter"/>
              <a:sym typeface="Inter"/>
            </a:endParaRPr>
          </a:p>
          <a:p>
            <a:pPr indent="0" lvl="0" marL="0" rtl="0" algn="ctr">
              <a:spcBef>
                <a:spcPts val="0"/>
              </a:spcBef>
              <a:spcAft>
                <a:spcPts val="0"/>
              </a:spcAft>
              <a:buNone/>
            </a:pPr>
            <a:r>
              <a:rPr b="1" lang="es">
                <a:solidFill>
                  <a:srgbClr val="E69138"/>
                </a:solidFill>
                <a:latin typeface="Inter"/>
                <a:ea typeface="Inter"/>
                <a:cs typeface="Inter"/>
                <a:sym typeface="Inter"/>
              </a:rPr>
              <a:t>Virtual</a:t>
            </a:r>
            <a:endParaRPr b="1">
              <a:solidFill>
                <a:srgbClr val="E69138"/>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1"/>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Planificación</a:t>
            </a:r>
            <a:endParaRPr b="0" sz="3200" u="none" cap="none" strike="noStrike">
              <a:solidFill>
                <a:srgbClr val="000000"/>
              </a:solidFill>
              <a:latin typeface="Inter Medium"/>
              <a:ea typeface="Inter Medium"/>
              <a:cs typeface="Inter Medium"/>
              <a:sym typeface="Inter Medium"/>
            </a:endParaRPr>
          </a:p>
        </p:txBody>
      </p:sp>
      <p:sp>
        <p:nvSpPr>
          <p:cNvPr id="193" name="Google Shape;193;p21"/>
          <p:cNvSpPr txBox="1"/>
          <p:nvPr/>
        </p:nvSpPr>
        <p:spPr>
          <a:xfrm>
            <a:off x="8700" y="749125"/>
            <a:ext cx="9144000" cy="3170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Inter"/>
              <a:buChar char="●"/>
            </a:pPr>
            <a:r>
              <a:rPr lang="es" sz="1600">
                <a:solidFill>
                  <a:schemeClr val="dk1"/>
                </a:solidFill>
                <a:latin typeface="Inter"/>
                <a:ea typeface="Inter"/>
                <a:cs typeface="Inter"/>
                <a:sym typeface="Inter"/>
              </a:rPr>
              <a:t>En un sistema de </a:t>
            </a:r>
            <a:r>
              <a:rPr b="1" i="1" lang="es" sz="1600">
                <a:solidFill>
                  <a:srgbClr val="E69138"/>
                </a:solidFill>
                <a:latin typeface="Inter"/>
                <a:ea typeface="Inter"/>
                <a:cs typeface="Inter"/>
                <a:sym typeface="Inter"/>
              </a:rPr>
              <a:t>tiempo-compartido</a:t>
            </a:r>
            <a:r>
              <a:rPr b="1" lang="es" sz="1600">
                <a:solidFill>
                  <a:srgbClr val="E69138"/>
                </a:solidFill>
                <a:latin typeface="Inter"/>
                <a:ea typeface="Inter"/>
                <a:cs typeface="Inter"/>
                <a:sym typeface="Inter"/>
              </a:rPr>
              <a:t>, </a:t>
            </a:r>
            <a:r>
              <a:rPr lang="es" sz="1600">
                <a:solidFill>
                  <a:schemeClr val="dk1"/>
                </a:solidFill>
                <a:latin typeface="Inter"/>
                <a:ea typeface="Inter"/>
                <a:cs typeface="Inter"/>
                <a:sym typeface="Inter"/>
              </a:rPr>
              <a:t>el planificador es el responsable de asignar los procesos (</a:t>
            </a:r>
            <a:r>
              <a:rPr i="1" lang="es" sz="1600">
                <a:solidFill>
                  <a:schemeClr val="dk1"/>
                </a:solidFill>
                <a:latin typeface="Inter"/>
                <a:ea typeface="Inter"/>
                <a:cs typeface="Inter"/>
                <a:sym typeface="Inter"/>
              </a:rPr>
              <a:t>threads) </a:t>
            </a:r>
            <a:r>
              <a:rPr lang="es" sz="1600">
                <a:solidFill>
                  <a:schemeClr val="dk1"/>
                </a:solidFill>
                <a:latin typeface="Inter"/>
                <a:ea typeface="Inter"/>
                <a:cs typeface="Inter"/>
                <a:sym typeface="Inter"/>
              </a:rPr>
              <a:t>a las CPUs del sistema.</a:t>
            </a:r>
            <a:endParaRPr b="1" sz="1600">
              <a:solidFill>
                <a:srgbClr val="E69138"/>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Objetivos del planificador</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Dividir los </a:t>
            </a:r>
            <a:r>
              <a:rPr i="1" lang="es" sz="1600">
                <a:solidFill>
                  <a:schemeClr val="dk1"/>
                </a:solidFill>
                <a:latin typeface="Inter"/>
                <a:ea typeface="Inter"/>
                <a:cs typeface="Inter"/>
                <a:sym typeface="Inter"/>
              </a:rPr>
              <a:t>ciclos </a:t>
            </a:r>
            <a:r>
              <a:rPr lang="es" sz="1600">
                <a:solidFill>
                  <a:schemeClr val="dk1"/>
                </a:solidFill>
                <a:latin typeface="Inter"/>
                <a:ea typeface="Inter"/>
                <a:cs typeface="Inter"/>
                <a:sym typeface="Inter"/>
              </a:rPr>
              <a:t>de CPU entre los procesos activos.</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Establecer </a:t>
            </a:r>
            <a:r>
              <a:rPr i="1" lang="es" sz="1600">
                <a:solidFill>
                  <a:schemeClr val="dk1"/>
                </a:solidFill>
                <a:latin typeface="Inter"/>
                <a:ea typeface="Inter"/>
                <a:cs typeface="Inter"/>
                <a:sym typeface="Inter"/>
              </a:rPr>
              <a:t>prioridad </a:t>
            </a:r>
            <a:r>
              <a:rPr lang="es" sz="1600">
                <a:solidFill>
                  <a:schemeClr val="dk1"/>
                </a:solidFill>
                <a:latin typeface="Inter"/>
                <a:ea typeface="Inter"/>
                <a:cs typeface="Inter"/>
                <a:sym typeface="Inter"/>
              </a:rPr>
              <a:t>(dinámica) de unos procesos sobre otros. Los threads del kernel tienen más prioridad que los de usuario.</a:t>
            </a:r>
            <a:endParaRPr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Caracterizaci</a:t>
            </a:r>
            <a:r>
              <a:rPr lang="es" sz="1600">
                <a:solidFill>
                  <a:schemeClr val="dk1"/>
                </a:solidFill>
                <a:latin typeface="Inter"/>
                <a:ea typeface="Inter"/>
                <a:cs typeface="Inter"/>
                <a:sym typeface="Inter"/>
              </a:rPr>
              <a:t>ón de los procesos</a:t>
            </a:r>
            <a:r>
              <a:rPr lang="es"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b="1" lang="es" sz="1600">
                <a:solidFill>
                  <a:srgbClr val="E69138"/>
                </a:solidFill>
                <a:latin typeface="Inter"/>
                <a:ea typeface="Inter"/>
                <a:cs typeface="Inter"/>
                <a:sym typeface="Inter"/>
              </a:rPr>
              <a:t>Intensivo CPU</a:t>
            </a:r>
            <a:r>
              <a:rPr lang="es" sz="1600">
                <a:solidFill>
                  <a:schemeClr val="dk1"/>
                </a:solidFill>
                <a:latin typeface="Inter"/>
                <a:ea typeface="Inter"/>
                <a:cs typeface="Inter"/>
                <a:sym typeface="Inter"/>
              </a:rPr>
              <a:t>, principalmente usan operaciones de c</a:t>
            </a:r>
            <a:r>
              <a:rPr lang="es" sz="1600">
                <a:solidFill>
                  <a:schemeClr val="dk1"/>
                </a:solidFill>
                <a:latin typeface="Inter"/>
                <a:ea typeface="Inter"/>
                <a:cs typeface="Inter"/>
                <a:sym typeface="Inter"/>
              </a:rPr>
              <a:t>álculo</a:t>
            </a:r>
            <a:r>
              <a:rPr lang="es"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b="1" lang="es" sz="1600">
                <a:solidFill>
                  <a:srgbClr val="E69138"/>
                </a:solidFill>
                <a:latin typeface="Inter"/>
                <a:ea typeface="Inter"/>
                <a:cs typeface="Inter"/>
                <a:sym typeface="Inter"/>
              </a:rPr>
              <a:t>Intensivo en E/S</a:t>
            </a:r>
            <a:r>
              <a:rPr lang="es" sz="1600">
                <a:solidFill>
                  <a:schemeClr val="dk1"/>
                </a:solidFill>
                <a:latin typeface="Inter"/>
                <a:ea typeface="Inter"/>
                <a:cs typeface="Inter"/>
                <a:sym typeface="Inter"/>
              </a:rPr>
              <a:t>, principalmente realizan </a:t>
            </a:r>
            <a:r>
              <a:rPr lang="es" sz="1600">
                <a:solidFill>
                  <a:schemeClr val="dk1"/>
                </a:solidFill>
                <a:latin typeface="Inter"/>
                <a:ea typeface="Inter"/>
                <a:cs typeface="Inter"/>
                <a:sym typeface="Inter"/>
              </a:rPr>
              <a:t>operaciones</a:t>
            </a:r>
            <a:r>
              <a:rPr lang="es" sz="1600">
                <a:solidFill>
                  <a:schemeClr val="dk1"/>
                </a:solidFill>
                <a:latin typeface="Inter"/>
                <a:ea typeface="Inter"/>
                <a:cs typeface="Inter"/>
                <a:sym typeface="Inter"/>
              </a:rPr>
              <a:t> de E/S (p.ej. red or disco)</a:t>
            </a:r>
            <a:r>
              <a:rPr lang="es"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p:txBody>
      </p:sp>
      <p:sp>
        <p:nvSpPr>
          <p:cNvPr id="194" name="Google Shape;194;p21"/>
          <p:cNvSpPr txBox="1"/>
          <p:nvPr/>
        </p:nvSpPr>
        <p:spPr>
          <a:xfrm>
            <a:off x="1193775" y="4461025"/>
            <a:ext cx="7164900" cy="1426200"/>
          </a:xfrm>
          <a:prstGeom prst="rect">
            <a:avLst/>
          </a:prstGeom>
          <a:solidFill>
            <a:srgbClr val="F3F3F3"/>
          </a:solidFill>
          <a:ln cap="flat" cmpd="sng" w="19050">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1000"/>
              </a:spcBef>
              <a:spcAft>
                <a:spcPts val="0"/>
              </a:spcAft>
              <a:buNone/>
            </a:pPr>
            <a:r>
              <a:rPr b="1" i="1" lang="es" sz="1600">
                <a:solidFill>
                  <a:srgbClr val="E69138"/>
                </a:solidFill>
                <a:latin typeface="Inter"/>
                <a:ea typeface="Inter"/>
                <a:cs typeface="Inter"/>
                <a:sym typeface="Inter"/>
              </a:rPr>
              <a:t>Ejemplo (UNIX):</a:t>
            </a:r>
            <a:r>
              <a:rPr i="1" lang="es" sz="1600">
                <a:solidFill>
                  <a:schemeClr val="dk1"/>
                </a:solidFill>
                <a:latin typeface="Inter"/>
                <a:ea typeface="Inter"/>
                <a:cs typeface="Inter"/>
                <a:sym typeface="Inter"/>
              </a:rPr>
              <a:t> </a:t>
            </a:r>
            <a:r>
              <a:rPr lang="es" sz="1600">
                <a:solidFill>
                  <a:schemeClr val="dk1"/>
                </a:solidFill>
                <a:latin typeface="Inter"/>
                <a:ea typeface="Inter"/>
                <a:cs typeface="Inter"/>
                <a:sym typeface="Inter"/>
              </a:rPr>
              <a:t>El planificador aumenta la prioridad de las aplicaciones intensivas E/S para intentar reducir su </a:t>
            </a:r>
            <a:r>
              <a:rPr i="1" lang="es" sz="1600">
                <a:solidFill>
                  <a:schemeClr val="dk1"/>
                </a:solidFill>
                <a:latin typeface="Inter"/>
                <a:ea typeface="Inter"/>
                <a:cs typeface="Inter"/>
                <a:sym typeface="Inter"/>
              </a:rPr>
              <a:t>latencia</a:t>
            </a:r>
            <a:r>
              <a:rPr lang="es" sz="1600">
                <a:solidFill>
                  <a:schemeClr val="dk1"/>
                </a:solidFill>
                <a:latin typeface="Inter"/>
                <a:ea typeface="Inter"/>
                <a:cs typeface="Inter"/>
                <a:sym typeface="Inter"/>
              </a:rPr>
              <a:t>. Para cada proceso </a:t>
            </a:r>
            <a:endParaRPr sz="1600">
              <a:solidFill>
                <a:schemeClr val="dk1"/>
              </a:solidFill>
              <a:latin typeface="Inter"/>
              <a:ea typeface="Inter"/>
              <a:cs typeface="Inter"/>
              <a:sym typeface="Inter"/>
            </a:endParaRPr>
          </a:p>
          <a:p>
            <a:pPr indent="0" lvl="0" marL="0" rtl="0" algn="ctr">
              <a:spcBef>
                <a:spcPts val="1000"/>
              </a:spcBef>
              <a:spcAft>
                <a:spcPts val="0"/>
              </a:spcAft>
              <a:buNone/>
            </a:pPr>
            <a:r>
              <a:rPr lang="es" sz="1600">
                <a:solidFill>
                  <a:schemeClr val="dk1"/>
                </a:solidFill>
                <a:latin typeface="Inter"/>
                <a:ea typeface="Inter"/>
                <a:cs typeface="Inter"/>
                <a:sym typeface="Inter"/>
              </a:rPr>
              <a:t>Tasa CPU = tiempo CPU / tiempo real, </a:t>
            </a:r>
            <a:endParaRPr sz="1600">
              <a:solidFill>
                <a:schemeClr val="dk1"/>
              </a:solidFill>
              <a:latin typeface="Inter"/>
              <a:ea typeface="Inter"/>
              <a:cs typeface="Inter"/>
              <a:sym typeface="Inter"/>
            </a:endParaRPr>
          </a:p>
          <a:p>
            <a:pPr indent="0" lvl="0" marL="0" rtl="0" algn="l">
              <a:spcBef>
                <a:spcPts val="1000"/>
              </a:spcBef>
              <a:spcAft>
                <a:spcPts val="0"/>
              </a:spcAft>
              <a:buNone/>
            </a:pPr>
            <a:r>
              <a:rPr lang="es" sz="1600">
                <a:solidFill>
                  <a:schemeClr val="dk1"/>
                </a:solidFill>
                <a:latin typeface="Inter"/>
                <a:ea typeface="Inter"/>
                <a:cs typeface="Inter"/>
                <a:sym typeface="Inter"/>
              </a:rPr>
              <a:t>reduciendo la prioridad de los procesos con una Tasa CPU alta.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2"/>
          <p:cNvSpPr txBox="1"/>
          <p:nvPr/>
        </p:nvSpPr>
        <p:spPr>
          <a:xfrm>
            <a:off x="239725" y="2727600"/>
            <a:ext cx="4923000" cy="2493600"/>
          </a:xfrm>
          <a:prstGeom prst="rect">
            <a:avLst/>
          </a:prstGeom>
          <a:solidFill>
            <a:srgbClr val="F3F3F3"/>
          </a:solidFill>
          <a:ln cap="flat" cmpd="sng" w="19050">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1000"/>
              </a:spcBef>
              <a:spcAft>
                <a:spcPts val="0"/>
              </a:spcAft>
              <a:buNone/>
            </a:pPr>
            <a:r>
              <a:rPr b="1" i="1" lang="es" sz="1600">
                <a:solidFill>
                  <a:srgbClr val="E69138"/>
                </a:solidFill>
                <a:latin typeface="Inter"/>
                <a:ea typeface="Inter"/>
                <a:cs typeface="Inter"/>
                <a:sym typeface="Inter"/>
              </a:rPr>
              <a:t>Organización en árbol </a:t>
            </a:r>
            <a:r>
              <a:rPr b="1" i="1" lang="es" sz="1600">
                <a:solidFill>
                  <a:srgbClr val="E69138"/>
                </a:solidFill>
                <a:latin typeface="Inter"/>
                <a:ea typeface="Inter"/>
                <a:cs typeface="Inter"/>
                <a:sym typeface="Inter"/>
              </a:rPr>
              <a:t>(</a:t>
            </a:r>
            <a:r>
              <a:rPr b="1" i="1" lang="es" sz="1600">
                <a:solidFill>
                  <a:srgbClr val="E69138"/>
                </a:solidFill>
                <a:latin typeface="Inter"/>
                <a:ea typeface="Inter"/>
                <a:cs typeface="Inter"/>
                <a:sym typeface="Inter"/>
              </a:rPr>
              <a:t>~</a:t>
            </a:r>
            <a:r>
              <a:rPr b="1" i="1" lang="es" sz="1600">
                <a:solidFill>
                  <a:srgbClr val="E69138"/>
                </a:solidFill>
                <a:latin typeface="Inter"/>
                <a:ea typeface="Inter"/>
                <a:cs typeface="Inter"/>
                <a:sym typeface="Inter"/>
              </a:rPr>
              <a:t>UNIX):</a:t>
            </a:r>
            <a:r>
              <a:rPr i="1" lang="es" sz="1600">
                <a:solidFill>
                  <a:schemeClr val="dk1"/>
                </a:solidFill>
                <a:latin typeface="Inter"/>
                <a:ea typeface="Inter"/>
                <a:cs typeface="Inter"/>
                <a:sym typeface="Inter"/>
              </a:rPr>
              <a:t> </a:t>
            </a:r>
            <a:endParaRPr sz="1600">
              <a:solidFill>
                <a:schemeClr val="dk1"/>
              </a:solidFill>
              <a:latin typeface="Inter"/>
              <a:ea typeface="Inter"/>
              <a:cs typeface="Inter"/>
              <a:sym typeface="Inte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
        <p:nvSpPr>
          <p:cNvPr id="200" name="Google Shape;200;p22"/>
          <p:cNvSpPr/>
          <p:nvPr/>
        </p:nvSpPr>
        <p:spPr>
          <a:xfrm>
            <a:off x="4145575" y="3981575"/>
            <a:ext cx="770700" cy="2015100"/>
          </a:xfrm>
          <a:prstGeom prst="roundRect">
            <a:avLst>
              <a:gd fmla="val 7692" name="adj"/>
            </a:avLst>
          </a:prstGeom>
          <a:noFill/>
          <a:ln cap="flat" cmpd="sng" w="9525">
            <a:solidFill>
              <a:srgbClr val="43434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22"/>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2"/>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Sistemas de Ficheros</a:t>
            </a:r>
            <a:endParaRPr b="0" sz="3200" u="none" cap="none" strike="noStrike">
              <a:solidFill>
                <a:srgbClr val="000000"/>
              </a:solidFill>
              <a:latin typeface="Inter Medium"/>
              <a:ea typeface="Inter Medium"/>
              <a:cs typeface="Inter Medium"/>
              <a:sym typeface="Inter Medium"/>
            </a:endParaRPr>
          </a:p>
        </p:txBody>
      </p:sp>
      <p:sp>
        <p:nvSpPr>
          <p:cNvPr id="203" name="Google Shape;203;p22"/>
          <p:cNvSpPr txBox="1"/>
          <p:nvPr/>
        </p:nvSpPr>
        <p:spPr>
          <a:xfrm>
            <a:off x="8700" y="749125"/>
            <a:ext cx="9144000" cy="18009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Inter"/>
              <a:buChar char="●"/>
            </a:pPr>
            <a:r>
              <a:rPr lang="es" sz="1600">
                <a:solidFill>
                  <a:schemeClr val="dk1"/>
                </a:solidFill>
                <a:latin typeface="Inter"/>
                <a:ea typeface="Inter"/>
                <a:cs typeface="Inter"/>
                <a:sym typeface="Inter"/>
              </a:rPr>
              <a:t>Un sistema de ficheros permite organizar datos en ficheros y carpetas.</a:t>
            </a:r>
            <a:endParaRPr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El sistema de ficheros ofrece un interfaz (</a:t>
            </a:r>
            <a:r>
              <a:rPr b="1" i="1" lang="es" sz="1600">
                <a:solidFill>
                  <a:srgbClr val="E69138"/>
                </a:solidFill>
                <a:latin typeface="Inter"/>
                <a:ea typeface="Inter"/>
                <a:cs typeface="Inter"/>
                <a:sym typeface="Inter"/>
              </a:rPr>
              <a:t>POSIX</a:t>
            </a:r>
            <a:r>
              <a:rPr i="1" lang="es" sz="1600">
                <a:solidFill>
                  <a:schemeClr val="dk1"/>
                </a:solidFill>
                <a:latin typeface="Inter"/>
                <a:ea typeface="Inter"/>
                <a:cs typeface="Inter"/>
                <a:sym typeface="Inter"/>
              </a:rPr>
              <a:t>) </a:t>
            </a:r>
            <a:r>
              <a:rPr lang="es" sz="1600">
                <a:solidFill>
                  <a:schemeClr val="dk1"/>
                </a:solidFill>
                <a:latin typeface="Inter"/>
                <a:ea typeface="Inter"/>
                <a:cs typeface="Inter"/>
                <a:sym typeface="Inter"/>
              </a:rPr>
              <a:t>sobre estos ficheros</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Abrir, cerrar, leer, escribir..</a:t>
            </a:r>
            <a:endParaRPr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El kernel soporta distintos sistemas de ficheros accesibles desde un interfaz común independiente del tipo.</a:t>
            </a:r>
            <a:endParaRPr sz="1600">
              <a:solidFill>
                <a:schemeClr val="dk1"/>
              </a:solidFill>
              <a:latin typeface="Inter"/>
              <a:ea typeface="Inter"/>
              <a:cs typeface="Inter"/>
              <a:sym typeface="Inter"/>
            </a:endParaRPr>
          </a:p>
        </p:txBody>
      </p:sp>
      <p:sp>
        <p:nvSpPr>
          <p:cNvPr id="204" name="Google Shape;204;p22"/>
          <p:cNvSpPr txBox="1"/>
          <p:nvPr/>
        </p:nvSpPr>
        <p:spPr>
          <a:xfrm>
            <a:off x="0" y="6510027"/>
            <a:ext cx="9016200" cy="4002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baseline="30000" i="1" lang="es">
                <a:solidFill>
                  <a:srgbClr val="E69138"/>
                </a:solidFill>
                <a:latin typeface="Inter"/>
                <a:ea typeface="Inter"/>
                <a:cs typeface="Inter"/>
                <a:sym typeface="Inter"/>
              </a:rPr>
              <a:t>*</a:t>
            </a:r>
            <a:r>
              <a:rPr lang="es">
                <a:solidFill>
                  <a:schemeClr val="dk1"/>
                </a:solidFill>
                <a:latin typeface="Inter"/>
                <a:ea typeface="Inter"/>
                <a:cs typeface="Inter"/>
                <a:sym typeface="Inter"/>
              </a:rPr>
              <a:t> Un sistema de ficheros accesible en el árbol está </a:t>
            </a:r>
            <a:r>
              <a:rPr i="1" lang="es">
                <a:solidFill>
                  <a:schemeClr val="dk1"/>
                </a:solidFill>
                <a:latin typeface="Inter"/>
                <a:ea typeface="Inter"/>
                <a:cs typeface="Inter"/>
                <a:sym typeface="Inter"/>
              </a:rPr>
              <a:t>montado</a:t>
            </a:r>
            <a:endParaRPr i="1">
              <a:solidFill>
                <a:schemeClr val="dk1"/>
              </a:solidFill>
              <a:latin typeface="Inter"/>
              <a:ea typeface="Inter"/>
              <a:cs typeface="Inter"/>
              <a:sym typeface="Inter"/>
            </a:endParaRPr>
          </a:p>
        </p:txBody>
      </p:sp>
      <p:sp>
        <p:nvSpPr>
          <p:cNvPr id="205" name="Google Shape;205;p22"/>
          <p:cNvSpPr txBox="1"/>
          <p:nvPr/>
        </p:nvSpPr>
        <p:spPr>
          <a:xfrm>
            <a:off x="2315161" y="3333350"/>
            <a:ext cx="5556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solidFill>
                  <a:schemeClr val="dk1"/>
                </a:solidFill>
                <a:latin typeface="Inter"/>
                <a:ea typeface="Inter"/>
                <a:cs typeface="Inter"/>
                <a:sym typeface="Inter"/>
              </a:rPr>
              <a:t>/</a:t>
            </a:r>
            <a:endParaRPr sz="1200">
              <a:latin typeface="Inter"/>
              <a:ea typeface="Inter"/>
              <a:cs typeface="Inter"/>
              <a:sym typeface="Inter"/>
            </a:endParaRPr>
          </a:p>
        </p:txBody>
      </p:sp>
      <p:sp>
        <p:nvSpPr>
          <p:cNvPr id="206" name="Google Shape;206;p22"/>
          <p:cNvSpPr txBox="1"/>
          <p:nvPr/>
        </p:nvSpPr>
        <p:spPr>
          <a:xfrm>
            <a:off x="439575" y="4106438"/>
            <a:ext cx="5556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solidFill>
                  <a:schemeClr val="dk1"/>
                </a:solidFill>
                <a:latin typeface="Inter"/>
                <a:ea typeface="Inter"/>
                <a:cs typeface="Inter"/>
                <a:sym typeface="Inter"/>
              </a:rPr>
              <a:t>etc</a:t>
            </a:r>
            <a:endParaRPr sz="1200">
              <a:latin typeface="Inter"/>
              <a:ea typeface="Inter"/>
              <a:cs typeface="Inter"/>
              <a:sym typeface="Inter"/>
            </a:endParaRPr>
          </a:p>
        </p:txBody>
      </p:sp>
      <p:sp>
        <p:nvSpPr>
          <p:cNvPr id="207" name="Google Shape;207;p22"/>
          <p:cNvSpPr txBox="1"/>
          <p:nvPr/>
        </p:nvSpPr>
        <p:spPr>
          <a:xfrm>
            <a:off x="1375488" y="4106438"/>
            <a:ext cx="5556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solidFill>
                  <a:schemeClr val="dk1"/>
                </a:solidFill>
                <a:latin typeface="Inter"/>
                <a:ea typeface="Inter"/>
                <a:cs typeface="Inter"/>
                <a:sym typeface="Inter"/>
              </a:rPr>
              <a:t>usr</a:t>
            </a:r>
            <a:endParaRPr sz="1200">
              <a:latin typeface="Inter"/>
              <a:ea typeface="Inter"/>
              <a:cs typeface="Inter"/>
              <a:sym typeface="Inter"/>
            </a:endParaRPr>
          </a:p>
        </p:txBody>
      </p:sp>
      <p:sp>
        <p:nvSpPr>
          <p:cNvPr id="208" name="Google Shape;208;p22"/>
          <p:cNvSpPr txBox="1"/>
          <p:nvPr/>
        </p:nvSpPr>
        <p:spPr>
          <a:xfrm>
            <a:off x="4292425" y="4106438"/>
            <a:ext cx="5556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solidFill>
                  <a:schemeClr val="dk1"/>
                </a:solidFill>
                <a:latin typeface="Inter"/>
                <a:ea typeface="Inter"/>
                <a:cs typeface="Inter"/>
                <a:sym typeface="Inter"/>
              </a:rPr>
              <a:t>proc</a:t>
            </a:r>
            <a:endParaRPr sz="1200">
              <a:latin typeface="Inter"/>
              <a:ea typeface="Inter"/>
              <a:cs typeface="Inter"/>
              <a:sym typeface="Inter"/>
            </a:endParaRPr>
          </a:p>
        </p:txBody>
      </p:sp>
      <p:sp>
        <p:nvSpPr>
          <p:cNvPr id="209" name="Google Shape;209;p22"/>
          <p:cNvSpPr txBox="1"/>
          <p:nvPr/>
        </p:nvSpPr>
        <p:spPr>
          <a:xfrm>
            <a:off x="2315161" y="4721563"/>
            <a:ext cx="5556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solidFill>
                  <a:schemeClr val="dk1"/>
                </a:solidFill>
                <a:latin typeface="Inter"/>
                <a:ea typeface="Inter"/>
                <a:cs typeface="Inter"/>
                <a:sym typeface="Inter"/>
              </a:rPr>
              <a:t>log</a:t>
            </a:r>
            <a:endParaRPr sz="1200">
              <a:latin typeface="Inter"/>
              <a:ea typeface="Inter"/>
              <a:cs typeface="Inter"/>
              <a:sym typeface="Inter"/>
            </a:endParaRPr>
          </a:p>
        </p:txBody>
      </p:sp>
      <p:sp>
        <p:nvSpPr>
          <p:cNvPr id="210" name="Google Shape;210;p22"/>
          <p:cNvSpPr txBox="1"/>
          <p:nvPr/>
        </p:nvSpPr>
        <p:spPr>
          <a:xfrm>
            <a:off x="1090139" y="4721563"/>
            <a:ext cx="5556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latin typeface="Inter"/>
                <a:ea typeface="Inter"/>
                <a:cs typeface="Inter"/>
                <a:sym typeface="Inter"/>
              </a:rPr>
              <a:t>bin</a:t>
            </a:r>
            <a:endParaRPr sz="1200">
              <a:latin typeface="Inter"/>
              <a:ea typeface="Inter"/>
              <a:cs typeface="Inter"/>
              <a:sym typeface="Inter"/>
            </a:endParaRPr>
          </a:p>
        </p:txBody>
      </p:sp>
      <p:sp>
        <p:nvSpPr>
          <p:cNvPr id="211" name="Google Shape;211;p22"/>
          <p:cNvSpPr txBox="1"/>
          <p:nvPr/>
        </p:nvSpPr>
        <p:spPr>
          <a:xfrm>
            <a:off x="3247313" y="4106438"/>
            <a:ext cx="6648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solidFill>
                  <a:schemeClr val="dk1"/>
                </a:solidFill>
                <a:latin typeface="Inter"/>
                <a:ea typeface="Inter"/>
                <a:cs typeface="Inter"/>
                <a:sym typeface="Inter"/>
              </a:rPr>
              <a:t>home</a:t>
            </a:r>
            <a:endParaRPr sz="1200">
              <a:latin typeface="Inter"/>
              <a:ea typeface="Inter"/>
              <a:cs typeface="Inter"/>
              <a:sym typeface="Inter"/>
            </a:endParaRPr>
          </a:p>
        </p:txBody>
      </p:sp>
      <p:sp>
        <p:nvSpPr>
          <p:cNvPr id="212" name="Google Shape;212;p22"/>
          <p:cNvSpPr/>
          <p:nvPr/>
        </p:nvSpPr>
        <p:spPr>
          <a:xfrm>
            <a:off x="3125000" y="3981575"/>
            <a:ext cx="888300" cy="2015100"/>
          </a:xfrm>
          <a:prstGeom prst="roundRect">
            <a:avLst>
              <a:gd fmla="val 7692" name="adj"/>
            </a:avLst>
          </a:prstGeom>
          <a:noFill/>
          <a:ln cap="flat" cmpd="sng" w="9525">
            <a:solidFill>
              <a:srgbClr val="43434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22"/>
          <p:cNvSpPr txBox="1"/>
          <p:nvPr/>
        </p:nvSpPr>
        <p:spPr>
          <a:xfrm>
            <a:off x="1715161" y="4721563"/>
            <a:ext cx="5556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latin typeface="Inter"/>
                <a:ea typeface="Inter"/>
                <a:cs typeface="Inter"/>
                <a:sym typeface="Inter"/>
              </a:rPr>
              <a:t>lib</a:t>
            </a:r>
            <a:endParaRPr sz="1200">
              <a:latin typeface="Inter"/>
              <a:ea typeface="Inter"/>
              <a:cs typeface="Inter"/>
              <a:sym typeface="Inter"/>
            </a:endParaRPr>
          </a:p>
        </p:txBody>
      </p:sp>
      <p:sp>
        <p:nvSpPr>
          <p:cNvPr id="214" name="Google Shape;214;p22"/>
          <p:cNvSpPr txBox="1"/>
          <p:nvPr/>
        </p:nvSpPr>
        <p:spPr>
          <a:xfrm>
            <a:off x="2315161" y="4106438"/>
            <a:ext cx="5556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solidFill>
                  <a:schemeClr val="dk1"/>
                </a:solidFill>
                <a:latin typeface="Inter"/>
                <a:ea typeface="Inter"/>
                <a:cs typeface="Inter"/>
                <a:sym typeface="Inter"/>
              </a:rPr>
              <a:t>var</a:t>
            </a:r>
            <a:endParaRPr sz="1200">
              <a:latin typeface="Inter"/>
              <a:ea typeface="Inter"/>
              <a:cs typeface="Inter"/>
              <a:sym typeface="Inter"/>
            </a:endParaRPr>
          </a:p>
        </p:txBody>
      </p:sp>
      <p:cxnSp>
        <p:nvCxnSpPr>
          <p:cNvPr id="215" name="Google Shape;215;p22"/>
          <p:cNvCxnSpPr>
            <a:stCxn id="205" idx="2"/>
            <a:endCxn id="206" idx="0"/>
          </p:cNvCxnSpPr>
          <p:nvPr/>
        </p:nvCxnSpPr>
        <p:spPr>
          <a:xfrm flipH="1">
            <a:off x="717361" y="3702650"/>
            <a:ext cx="1875600" cy="403800"/>
          </a:xfrm>
          <a:prstGeom prst="straightConnector1">
            <a:avLst/>
          </a:prstGeom>
          <a:noFill/>
          <a:ln cap="flat" cmpd="sng" w="9525">
            <a:solidFill>
              <a:schemeClr val="dk2"/>
            </a:solidFill>
            <a:prstDash val="solid"/>
            <a:round/>
            <a:headEnd len="med" w="med" type="none"/>
            <a:tailEnd len="med" w="med" type="none"/>
          </a:ln>
        </p:spPr>
      </p:cxnSp>
      <p:cxnSp>
        <p:nvCxnSpPr>
          <p:cNvPr id="216" name="Google Shape;216;p22"/>
          <p:cNvCxnSpPr>
            <a:stCxn id="205" idx="2"/>
            <a:endCxn id="207" idx="0"/>
          </p:cNvCxnSpPr>
          <p:nvPr/>
        </p:nvCxnSpPr>
        <p:spPr>
          <a:xfrm flipH="1">
            <a:off x="1653361" y="3702650"/>
            <a:ext cx="939600" cy="403800"/>
          </a:xfrm>
          <a:prstGeom prst="straightConnector1">
            <a:avLst/>
          </a:prstGeom>
          <a:noFill/>
          <a:ln cap="flat" cmpd="sng" w="9525">
            <a:solidFill>
              <a:schemeClr val="dk2"/>
            </a:solidFill>
            <a:prstDash val="solid"/>
            <a:round/>
            <a:headEnd len="med" w="med" type="none"/>
            <a:tailEnd len="med" w="med" type="none"/>
          </a:ln>
        </p:spPr>
      </p:cxnSp>
      <p:sp>
        <p:nvSpPr>
          <p:cNvPr id="217" name="Google Shape;217;p22"/>
          <p:cNvSpPr/>
          <p:nvPr/>
        </p:nvSpPr>
        <p:spPr>
          <a:xfrm>
            <a:off x="335400" y="3981575"/>
            <a:ext cx="2715000" cy="2015100"/>
          </a:xfrm>
          <a:prstGeom prst="roundRect">
            <a:avLst>
              <a:gd fmla="val 5029" name="adj"/>
            </a:avLst>
          </a:prstGeom>
          <a:noFill/>
          <a:ln cap="flat" cmpd="sng" w="9525">
            <a:solidFill>
              <a:srgbClr val="43434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8" name="Google Shape;218;p22"/>
          <p:cNvCxnSpPr>
            <a:stCxn id="205" idx="2"/>
            <a:endCxn id="214" idx="0"/>
          </p:cNvCxnSpPr>
          <p:nvPr/>
        </p:nvCxnSpPr>
        <p:spPr>
          <a:xfrm>
            <a:off x="2592961" y="3702650"/>
            <a:ext cx="0" cy="403800"/>
          </a:xfrm>
          <a:prstGeom prst="straightConnector1">
            <a:avLst/>
          </a:prstGeom>
          <a:noFill/>
          <a:ln cap="flat" cmpd="sng" w="9525">
            <a:solidFill>
              <a:schemeClr val="dk2"/>
            </a:solidFill>
            <a:prstDash val="solid"/>
            <a:round/>
            <a:headEnd len="med" w="med" type="none"/>
            <a:tailEnd len="med" w="med" type="none"/>
          </a:ln>
        </p:spPr>
      </p:cxnSp>
      <p:cxnSp>
        <p:nvCxnSpPr>
          <p:cNvPr id="219" name="Google Shape;219;p22"/>
          <p:cNvCxnSpPr>
            <a:stCxn id="205" idx="2"/>
            <a:endCxn id="211" idx="0"/>
          </p:cNvCxnSpPr>
          <p:nvPr/>
        </p:nvCxnSpPr>
        <p:spPr>
          <a:xfrm>
            <a:off x="2592961" y="3702650"/>
            <a:ext cx="986700" cy="403800"/>
          </a:xfrm>
          <a:prstGeom prst="straightConnector1">
            <a:avLst/>
          </a:prstGeom>
          <a:noFill/>
          <a:ln cap="flat" cmpd="sng" w="9525">
            <a:solidFill>
              <a:schemeClr val="dk2"/>
            </a:solidFill>
            <a:prstDash val="solid"/>
            <a:round/>
            <a:headEnd len="med" w="med" type="none"/>
            <a:tailEnd len="med" w="med" type="none"/>
          </a:ln>
        </p:spPr>
      </p:cxnSp>
      <p:cxnSp>
        <p:nvCxnSpPr>
          <p:cNvPr id="220" name="Google Shape;220;p22"/>
          <p:cNvCxnSpPr>
            <a:stCxn id="205" idx="2"/>
            <a:endCxn id="208" idx="0"/>
          </p:cNvCxnSpPr>
          <p:nvPr/>
        </p:nvCxnSpPr>
        <p:spPr>
          <a:xfrm>
            <a:off x="2592961" y="3702650"/>
            <a:ext cx="1977300" cy="403800"/>
          </a:xfrm>
          <a:prstGeom prst="straightConnector1">
            <a:avLst/>
          </a:prstGeom>
          <a:noFill/>
          <a:ln cap="flat" cmpd="sng" w="9525">
            <a:solidFill>
              <a:schemeClr val="dk2"/>
            </a:solidFill>
            <a:prstDash val="solid"/>
            <a:round/>
            <a:headEnd len="med" w="med" type="none"/>
            <a:tailEnd len="med" w="med" type="none"/>
          </a:ln>
        </p:spPr>
      </p:cxnSp>
      <p:cxnSp>
        <p:nvCxnSpPr>
          <p:cNvPr id="221" name="Google Shape;221;p22"/>
          <p:cNvCxnSpPr>
            <a:stCxn id="207" idx="2"/>
            <a:endCxn id="210" idx="0"/>
          </p:cNvCxnSpPr>
          <p:nvPr/>
        </p:nvCxnSpPr>
        <p:spPr>
          <a:xfrm flipH="1">
            <a:off x="1367988" y="4475738"/>
            <a:ext cx="285300" cy="245700"/>
          </a:xfrm>
          <a:prstGeom prst="straightConnector1">
            <a:avLst/>
          </a:prstGeom>
          <a:noFill/>
          <a:ln cap="flat" cmpd="sng" w="9525">
            <a:solidFill>
              <a:schemeClr val="dk2"/>
            </a:solidFill>
            <a:prstDash val="solid"/>
            <a:round/>
            <a:headEnd len="med" w="med" type="none"/>
            <a:tailEnd len="med" w="med" type="none"/>
          </a:ln>
        </p:spPr>
      </p:cxnSp>
      <p:cxnSp>
        <p:nvCxnSpPr>
          <p:cNvPr id="222" name="Google Shape;222;p22"/>
          <p:cNvCxnSpPr>
            <a:stCxn id="207" idx="2"/>
            <a:endCxn id="213" idx="0"/>
          </p:cNvCxnSpPr>
          <p:nvPr/>
        </p:nvCxnSpPr>
        <p:spPr>
          <a:xfrm>
            <a:off x="1653288" y="4475738"/>
            <a:ext cx="339600" cy="245700"/>
          </a:xfrm>
          <a:prstGeom prst="straightConnector1">
            <a:avLst/>
          </a:prstGeom>
          <a:noFill/>
          <a:ln cap="flat" cmpd="sng" w="9525">
            <a:solidFill>
              <a:schemeClr val="dk2"/>
            </a:solidFill>
            <a:prstDash val="solid"/>
            <a:round/>
            <a:headEnd len="med" w="med" type="none"/>
            <a:tailEnd len="med" w="med" type="none"/>
          </a:ln>
        </p:spPr>
      </p:cxnSp>
      <p:cxnSp>
        <p:nvCxnSpPr>
          <p:cNvPr id="223" name="Google Shape;223;p22"/>
          <p:cNvCxnSpPr>
            <a:stCxn id="214" idx="2"/>
            <a:endCxn id="209" idx="0"/>
          </p:cNvCxnSpPr>
          <p:nvPr/>
        </p:nvCxnSpPr>
        <p:spPr>
          <a:xfrm>
            <a:off x="2592961" y="4475738"/>
            <a:ext cx="0" cy="245700"/>
          </a:xfrm>
          <a:prstGeom prst="straightConnector1">
            <a:avLst/>
          </a:prstGeom>
          <a:noFill/>
          <a:ln cap="flat" cmpd="sng" w="9525">
            <a:solidFill>
              <a:schemeClr val="dk2"/>
            </a:solidFill>
            <a:prstDash val="solid"/>
            <a:round/>
            <a:headEnd len="med" w="med" type="none"/>
            <a:tailEnd len="med" w="med" type="none"/>
          </a:ln>
        </p:spPr>
      </p:cxnSp>
      <p:sp>
        <p:nvSpPr>
          <p:cNvPr id="224" name="Google Shape;224;p22"/>
          <p:cNvSpPr/>
          <p:nvPr/>
        </p:nvSpPr>
        <p:spPr>
          <a:xfrm>
            <a:off x="3194325" y="5345413"/>
            <a:ext cx="770796" cy="583200"/>
          </a:xfrm>
          <a:prstGeom prst="cloud">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300">
                <a:latin typeface="Inter"/>
                <a:ea typeface="Inter"/>
                <a:cs typeface="Inter"/>
                <a:sym typeface="Inter"/>
              </a:rPr>
              <a:t>Red</a:t>
            </a:r>
            <a:endParaRPr sz="1300">
              <a:latin typeface="Inter"/>
              <a:ea typeface="Inter"/>
              <a:cs typeface="Inter"/>
              <a:sym typeface="Inter"/>
            </a:endParaRPr>
          </a:p>
        </p:txBody>
      </p:sp>
      <p:sp>
        <p:nvSpPr>
          <p:cNvPr id="225" name="Google Shape;225;p22"/>
          <p:cNvSpPr/>
          <p:nvPr/>
        </p:nvSpPr>
        <p:spPr>
          <a:xfrm>
            <a:off x="1297950" y="5275673"/>
            <a:ext cx="664800" cy="6351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300">
                <a:latin typeface="Inter"/>
                <a:ea typeface="Inter"/>
                <a:cs typeface="Inter"/>
                <a:sym typeface="Inter"/>
              </a:rPr>
              <a:t>Disco</a:t>
            </a:r>
            <a:endParaRPr sz="1300">
              <a:latin typeface="Inter"/>
              <a:ea typeface="Inter"/>
              <a:cs typeface="Inter"/>
              <a:sym typeface="Inter"/>
            </a:endParaRPr>
          </a:p>
        </p:txBody>
      </p:sp>
      <p:sp>
        <p:nvSpPr>
          <p:cNvPr id="226" name="Google Shape;226;p22"/>
          <p:cNvSpPr txBox="1"/>
          <p:nvPr/>
        </p:nvSpPr>
        <p:spPr>
          <a:xfrm>
            <a:off x="5521925" y="3962136"/>
            <a:ext cx="3362400" cy="400200"/>
          </a:xfrm>
          <a:prstGeom prst="rect">
            <a:avLst/>
          </a:prstGeom>
          <a:solidFill>
            <a:srgbClr val="F3F3F3"/>
          </a:solidFill>
          <a:ln cap="flat" cmpd="sng" w="19050">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b="1" lang="es">
                <a:solidFill>
                  <a:srgbClr val="E69138"/>
                </a:solidFill>
                <a:latin typeface="Inter"/>
                <a:ea typeface="Inter"/>
                <a:cs typeface="Inter"/>
                <a:sym typeface="Inter"/>
              </a:rPr>
              <a:t>Virtual File System (VFS)</a:t>
            </a:r>
            <a:endParaRPr>
              <a:latin typeface="Inter"/>
              <a:ea typeface="Inter"/>
              <a:cs typeface="Inter"/>
              <a:sym typeface="Inter"/>
            </a:endParaRPr>
          </a:p>
        </p:txBody>
      </p:sp>
      <p:sp>
        <p:nvSpPr>
          <p:cNvPr id="227" name="Google Shape;227;p22"/>
          <p:cNvSpPr/>
          <p:nvPr/>
        </p:nvSpPr>
        <p:spPr>
          <a:xfrm>
            <a:off x="4213900" y="5319463"/>
            <a:ext cx="636300" cy="635100"/>
          </a:xfrm>
          <a:prstGeom prst="roundRect">
            <a:avLst>
              <a:gd fmla="val 16667" name="adj"/>
            </a:avLst>
          </a:prstGeom>
          <a:solidFill>
            <a:srgbClr val="D9EAD3"/>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300">
                <a:latin typeface="Inter"/>
                <a:ea typeface="Inter"/>
                <a:cs typeface="Inter"/>
                <a:sym typeface="Inter"/>
              </a:rPr>
              <a:t>Mem</a:t>
            </a:r>
            <a:endParaRPr sz="1300">
              <a:latin typeface="Inter"/>
              <a:ea typeface="Inter"/>
              <a:cs typeface="Inter"/>
              <a:sym typeface="Inter"/>
            </a:endParaRPr>
          </a:p>
        </p:txBody>
      </p:sp>
      <p:sp>
        <p:nvSpPr>
          <p:cNvPr id="228" name="Google Shape;228;p22"/>
          <p:cNvSpPr txBox="1"/>
          <p:nvPr/>
        </p:nvSpPr>
        <p:spPr>
          <a:xfrm>
            <a:off x="309724" y="572148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baseline="30000" i="1" lang="es">
                <a:solidFill>
                  <a:srgbClr val="E69138"/>
                </a:solidFill>
                <a:latin typeface="Inter"/>
                <a:ea typeface="Inter"/>
                <a:cs typeface="Inter"/>
                <a:sym typeface="Inter"/>
              </a:rPr>
              <a:t>*</a:t>
            </a:r>
            <a:endParaRPr/>
          </a:p>
        </p:txBody>
      </p:sp>
      <p:sp>
        <p:nvSpPr>
          <p:cNvPr id="229" name="Google Shape;229;p22"/>
          <p:cNvSpPr txBox="1"/>
          <p:nvPr/>
        </p:nvSpPr>
        <p:spPr>
          <a:xfrm>
            <a:off x="5521936" y="4375072"/>
            <a:ext cx="5556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Clr>
                <a:schemeClr val="dk1"/>
              </a:buClr>
              <a:buSzPts val="1100"/>
              <a:buFont typeface="Arial"/>
              <a:buNone/>
            </a:pPr>
            <a:r>
              <a:rPr lang="es" sz="1200">
                <a:solidFill>
                  <a:schemeClr val="dk1"/>
                </a:solidFill>
                <a:latin typeface="Inter"/>
                <a:ea typeface="Inter"/>
                <a:cs typeface="Inter"/>
                <a:sym typeface="Inter"/>
              </a:rPr>
              <a:t>NFS</a:t>
            </a:r>
            <a:endParaRPr sz="1200">
              <a:latin typeface="Inter"/>
              <a:ea typeface="Inter"/>
              <a:cs typeface="Inter"/>
              <a:sym typeface="Inter"/>
            </a:endParaRPr>
          </a:p>
        </p:txBody>
      </p:sp>
      <p:sp>
        <p:nvSpPr>
          <p:cNvPr id="230" name="Google Shape;230;p22"/>
          <p:cNvSpPr txBox="1"/>
          <p:nvPr/>
        </p:nvSpPr>
        <p:spPr>
          <a:xfrm>
            <a:off x="6083281" y="4375072"/>
            <a:ext cx="5556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solidFill>
                  <a:schemeClr val="dk1"/>
                </a:solidFill>
                <a:latin typeface="Inter"/>
                <a:ea typeface="Inter"/>
                <a:cs typeface="Inter"/>
                <a:sym typeface="Inter"/>
              </a:rPr>
              <a:t>ZFS</a:t>
            </a:r>
            <a:endParaRPr sz="1200">
              <a:latin typeface="Inter"/>
              <a:ea typeface="Inter"/>
              <a:cs typeface="Inter"/>
              <a:sym typeface="Inter"/>
            </a:endParaRPr>
          </a:p>
        </p:txBody>
      </p:sp>
      <p:sp>
        <p:nvSpPr>
          <p:cNvPr id="231" name="Google Shape;231;p22"/>
          <p:cNvSpPr txBox="1"/>
          <p:nvPr/>
        </p:nvSpPr>
        <p:spPr>
          <a:xfrm>
            <a:off x="6644626" y="4375072"/>
            <a:ext cx="5556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solidFill>
                  <a:schemeClr val="dk1"/>
                </a:solidFill>
                <a:latin typeface="Inter"/>
                <a:ea typeface="Inter"/>
                <a:cs typeface="Inter"/>
                <a:sym typeface="Inter"/>
              </a:rPr>
              <a:t>ISO</a:t>
            </a:r>
            <a:endParaRPr sz="1200">
              <a:latin typeface="Inter"/>
              <a:ea typeface="Inter"/>
              <a:cs typeface="Inter"/>
              <a:sym typeface="Inter"/>
            </a:endParaRPr>
          </a:p>
        </p:txBody>
      </p:sp>
      <p:sp>
        <p:nvSpPr>
          <p:cNvPr id="232" name="Google Shape;232;p22"/>
          <p:cNvSpPr txBox="1"/>
          <p:nvPr/>
        </p:nvSpPr>
        <p:spPr>
          <a:xfrm>
            <a:off x="7205971" y="4375072"/>
            <a:ext cx="5556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solidFill>
                  <a:schemeClr val="dk1"/>
                </a:solidFill>
                <a:latin typeface="Inter"/>
                <a:ea typeface="Inter"/>
                <a:cs typeface="Inter"/>
                <a:sym typeface="Inter"/>
              </a:rPr>
              <a:t>xfs</a:t>
            </a:r>
            <a:endParaRPr sz="1200">
              <a:latin typeface="Inter"/>
              <a:ea typeface="Inter"/>
              <a:cs typeface="Inter"/>
              <a:sym typeface="Inter"/>
            </a:endParaRPr>
          </a:p>
        </p:txBody>
      </p:sp>
      <p:sp>
        <p:nvSpPr>
          <p:cNvPr id="233" name="Google Shape;233;p22"/>
          <p:cNvSpPr txBox="1"/>
          <p:nvPr/>
        </p:nvSpPr>
        <p:spPr>
          <a:xfrm>
            <a:off x="7767316" y="4375072"/>
            <a:ext cx="5556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latin typeface="Inter"/>
                <a:ea typeface="Inter"/>
                <a:cs typeface="Inter"/>
                <a:sym typeface="Inter"/>
              </a:rPr>
              <a:t>ext4</a:t>
            </a:r>
            <a:endParaRPr sz="1200">
              <a:latin typeface="Inter"/>
              <a:ea typeface="Inter"/>
              <a:cs typeface="Inter"/>
              <a:sym typeface="Inter"/>
            </a:endParaRPr>
          </a:p>
        </p:txBody>
      </p:sp>
      <p:sp>
        <p:nvSpPr>
          <p:cNvPr id="234" name="Google Shape;234;p22"/>
          <p:cNvSpPr txBox="1"/>
          <p:nvPr/>
        </p:nvSpPr>
        <p:spPr>
          <a:xfrm>
            <a:off x="8328661" y="4375072"/>
            <a:ext cx="555600" cy="369300"/>
          </a:xfrm>
          <a:prstGeom prst="rect">
            <a:avLst/>
          </a:prstGeom>
          <a:solidFill>
            <a:schemeClr val="lt1"/>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solidFill>
                  <a:schemeClr val="dk1"/>
                </a:solidFill>
                <a:latin typeface="Inter"/>
                <a:ea typeface="Inter"/>
                <a:cs typeface="Inter"/>
                <a:sym typeface="Inter"/>
              </a:rPr>
              <a:t>proc</a:t>
            </a:r>
            <a:endParaRPr sz="1200">
              <a:latin typeface="Inter"/>
              <a:ea typeface="Inter"/>
              <a:cs typeface="Inter"/>
              <a:sym typeface="Inter"/>
            </a:endParaRPr>
          </a:p>
        </p:txBody>
      </p:sp>
      <p:sp>
        <p:nvSpPr>
          <p:cNvPr id="235" name="Google Shape;235;p22"/>
          <p:cNvSpPr/>
          <p:nvPr/>
        </p:nvSpPr>
        <p:spPr>
          <a:xfrm>
            <a:off x="6870725" y="5168873"/>
            <a:ext cx="664800" cy="6351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300">
                <a:latin typeface="Inter"/>
                <a:ea typeface="Inter"/>
                <a:cs typeface="Inter"/>
                <a:sym typeface="Inter"/>
              </a:rPr>
              <a:t>Disco</a:t>
            </a:r>
            <a:endParaRPr sz="1300">
              <a:latin typeface="Inter"/>
              <a:ea typeface="Inter"/>
              <a:cs typeface="Inter"/>
              <a:sym typeface="Inter"/>
            </a:endParaRPr>
          </a:p>
        </p:txBody>
      </p:sp>
      <p:sp>
        <p:nvSpPr>
          <p:cNvPr id="236" name="Google Shape;236;p22"/>
          <p:cNvSpPr/>
          <p:nvPr/>
        </p:nvSpPr>
        <p:spPr>
          <a:xfrm>
            <a:off x="5414325" y="5220763"/>
            <a:ext cx="770796" cy="583200"/>
          </a:xfrm>
          <a:prstGeom prst="cloud">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300">
                <a:latin typeface="Inter"/>
                <a:ea typeface="Inter"/>
                <a:cs typeface="Inter"/>
                <a:sym typeface="Inter"/>
              </a:rPr>
              <a:t>Red</a:t>
            </a:r>
            <a:endParaRPr sz="1300">
              <a:latin typeface="Inter"/>
              <a:ea typeface="Inter"/>
              <a:cs typeface="Inter"/>
              <a:sym typeface="Inter"/>
            </a:endParaRPr>
          </a:p>
        </p:txBody>
      </p:sp>
      <p:sp>
        <p:nvSpPr>
          <p:cNvPr id="237" name="Google Shape;237;p22"/>
          <p:cNvSpPr/>
          <p:nvPr/>
        </p:nvSpPr>
        <p:spPr>
          <a:xfrm>
            <a:off x="8289772" y="5128438"/>
            <a:ext cx="636300" cy="635100"/>
          </a:xfrm>
          <a:prstGeom prst="roundRect">
            <a:avLst>
              <a:gd fmla="val 16667" name="adj"/>
            </a:avLst>
          </a:prstGeom>
          <a:solidFill>
            <a:srgbClr val="D9EAD3"/>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300">
                <a:latin typeface="Inter"/>
                <a:ea typeface="Inter"/>
                <a:cs typeface="Inter"/>
                <a:sym typeface="Inter"/>
              </a:rPr>
              <a:t>Mem</a:t>
            </a:r>
            <a:endParaRPr sz="1300">
              <a:latin typeface="Inter"/>
              <a:ea typeface="Inter"/>
              <a:cs typeface="Inter"/>
              <a:sym typeface="Inter"/>
            </a:endParaRPr>
          </a:p>
        </p:txBody>
      </p:sp>
      <p:cxnSp>
        <p:nvCxnSpPr>
          <p:cNvPr id="238" name="Google Shape;238;p22"/>
          <p:cNvCxnSpPr>
            <a:stCxn id="234" idx="2"/>
            <a:endCxn id="237" idx="0"/>
          </p:cNvCxnSpPr>
          <p:nvPr/>
        </p:nvCxnSpPr>
        <p:spPr>
          <a:xfrm>
            <a:off x="8606461" y="4744372"/>
            <a:ext cx="1500" cy="384000"/>
          </a:xfrm>
          <a:prstGeom prst="straightConnector1">
            <a:avLst/>
          </a:prstGeom>
          <a:noFill/>
          <a:ln cap="flat" cmpd="sng" w="9525">
            <a:solidFill>
              <a:schemeClr val="dk2"/>
            </a:solidFill>
            <a:prstDash val="solid"/>
            <a:round/>
            <a:headEnd len="med" w="med" type="none"/>
            <a:tailEnd len="med" w="med" type="none"/>
          </a:ln>
        </p:spPr>
      </p:cxnSp>
      <p:cxnSp>
        <p:nvCxnSpPr>
          <p:cNvPr id="239" name="Google Shape;239;p22"/>
          <p:cNvCxnSpPr>
            <a:stCxn id="229" idx="2"/>
            <a:endCxn id="236" idx="3"/>
          </p:cNvCxnSpPr>
          <p:nvPr/>
        </p:nvCxnSpPr>
        <p:spPr>
          <a:xfrm>
            <a:off x="5799736" y="4744372"/>
            <a:ext cx="0" cy="509700"/>
          </a:xfrm>
          <a:prstGeom prst="straightConnector1">
            <a:avLst/>
          </a:prstGeom>
          <a:noFill/>
          <a:ln cap="flat" cmpd="sng" w="9525">
            <a:solidFill>
              <a:schemeClr val="dk2"/>
            </a:solidFill>
            <a:prstDash val="solid"/>
            <a:round/>
            <a:headEnd len="med" w="med" type="none"/>
            <a:tailEnd len="med" w="med" type="none"/>
          </a:ln>
        </p:spPr>
      </p:cxnSp>
      <p:cxnSp>
        <p:nvCxnSpPr>
          <p:cNvPr id="240" name="Google Shape;240;p22"/>
          <p:cNvCxnSpPr/>
          <p:nvPr/>
        </p:nvCxnSpPr>
        <p:spPr>
          <a:xfrm>
            <a:off x="6115175" y="4947300"/>
            <a:ext cx="2222400" cy="0"/>
          </a:xfrm>
          <a:prstGeom prst="straightConnector1">
            <a:avLst/>
          </a:prstGeom>
          <a:noFill/>
          <a:ln cap="flat" cmpd="sng" w="9525">
            <a:solidFill>
              <a:schemeClr val="dk2"/>
            </a:solidFill>
            <a:prstDash val="solid"/>
            <a:round/>
            <a:headEnd len="med" w="med" type="none"/>
            <a:tailEnd len="med" w="med" type="none"/>
          </a:ln>
        </p:spPr>
      </p:cxnSp>
      <p:cxnSp>
        <p:nvCxnSpPr>
          <p:cNvPr id="241" name="Google Shape;241;p22"/>
          <p:cNvCxnSpPr>
            <a:stCxn id="235" idx="1"/>
          </p:cNvCxnSpPr>
          <p:nvPr/>
        </p:nvCxnSpPr>
        <p:spPr>
          <a:xfrm rot="10800000">
            <a:off x="7203125" y="4947173"/>
            <a:ext cx="0" cy="221700"/>
          </a:xfrm>
          <a:prstGeom prst="straightConnector1">
            <a:avLst/>
          </a:prstGeom>
          <a:noFill/>
          <a:ln cap="flat" cmpd="sng" w="9525">
            <a:solidFill>
              <a:schemeClr val="dk2"/>
            </a:solidFill>
            <a:prstDash val="solid"/>
            <a:round/>
            <a:headEnd len="med" w="med" type="none"/>
            <a:tailEnd len="med" w="med" type="none"/>
          </a:ln>
        </p:spPr>
      </p:cxnSp>
      <p:sp>
        <p:nvSpPr>
          <p:cNvPr id="242" name="Google Shape;242;p22"/>
          <p:cNvSpPr/>
          <p:nvPr/>
        </p:nvSpPr>
        <p:spPr>
          <a:xfrm>
            <a:off x="5521475" y="3298575"/>
            <a:ext cx="3362400" cy="3615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Llamadas al Sistema</a:t>
            </a:r>
            <a:endParaRPr>
              <a:latin typeface="Inter"/>
              <a:ea typeface="Inter"/>
              <a:cs typeface="Inter"/>
              <a:sym typeface="Inter"/>
            </a:endParaRPr>
          </a:p>
        </p:txBody>
      </p:sp>
      <p:cxnSp>
        <p:nvCxnSpPr>
          <p:cNvPr id="243" name="Google Shape;243;p22"/>
          <p:cNvCxnSpPr>
            <a:stCxn id="242" idx="2"/>
            <a:endCxn id="226" idx="0"/>
          </p:cNvCxnSpPr>
          <p:nvPr/>
        </p:nvCxnSpPr>
        <p:spPr>
          <a:xfrm>
            <a:off x="7202675" y="3660075"/>
            <a:ext cx="600" cy="302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3"/>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3"/>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Controladores de Dispositivos</a:t>
            </a:r>
            <a:endParaRPr b="0" sz="3200" u="none" cap="none" strike="noStrike">
              <a:solidFill>
                <a:srgbClr val="000000"/>
              </a:solidFill>
              <a:latin typeface="Inter Medium"/>
              <a:ea typeface="Inter Medium"/>
              <a:cs typeface="Inter Medium"/>
              <a:sym typeface="Inter Medium"/>
            </a:endParaRPr>
          </a:p>
        </p:txBody>
      </p:sp>
      <p:sp>
        <p:nvSpPr>
          <p:cNvPr id="250" name="Google Shape;250;p23"/>
          <p:cNvSpPr txBox="1"/>
          <p:nvPr/>
        </p:nvSpPr>
        <p:spPr>
          <a:xfrm>
            <a:off x="8700" y="780025"/>
            <a:ext cx="9144000" cy="29142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Inter"/>
              <a:buChar char="●"/>
            </a:pPr>
            <a:r>
              <a:rPr lang="es" sz="1600">
                <a:solidFill>
                  <a:schemeClr val="dk1"/>
                </a:solidFill>
                <a:latin typeface="Inter"/>
                <a:ea typeface="Inter"/>
                <a:cs typeface="Inter"/>
                <a:sym typeface="Inter"/>
              </a:rPr>
              <a:t>El kernel </a:t>
            </a:r>
            <a:r>
              <a:rPr lang="es" sz="1600">
                <a:solidFill>
                  <a:schemeClr val="dk1"/>
                </a:solidFill>
                <a:latin typeface="Inter"/>
                <a:ea typeface="Inter"/>
                <a:cs typeface="Inter"/>
                <a:sym typeface="Inter"/>
              </a:rPr>
              <a:t>interactúa</a:t>
            </a:r>
            <a:r>
              <a:rPr lang="es" sz="1600">
                <a:solidFill>
                  <a:schemeClr val="dk1"/>
                </a:solidFill>
                <a:latin typeface="Inter"/>
                <a:ea typeface="Inter"/>
                <a:cs typeface="Inter"/>
                <a:sym typeface="Inter"/>
              </a:rPr>
              <a:t> (gestión y operaciones E/S) con los dispositivos conectados al sistema mediante </a:t>
            </a:r>
            <a:r>
              <a:rPr lang="es" sz="1600">
                <a:solidFill>
                  <a:schemeClr val="dk1"/>
                </a:solidFill>
                <a:latin typeface="Inter"/>
                <a:ea typeface="Inter"/>
                <a:cs typeface="Inter"/>
                <a:sym typeface="Inter"/>
              </a:rPr>
              <a:t>controladores</a:t>
            </a:r>
            <a:r>
              <a:rPr lang="es" sz="1600">
                <a:solidFill>
                  <a:schemeClr val="dk1"/>
                </a:solidFill>
                <a:latin typeface="Inter"/>
                <a:ea typeface="Inter"/>
                <a:cs typeface="Inter"/>
                <a:sym typeface="Inter"/>
              </a:rPr>
              <a:t> (</a:t>
            </a:r>
            <a:r>
              <a:rPr i="1" lang="es" sz="1600">
                <a:solidFill>
                  <a:schemeClr val="dk1"/>
                </a:solidFill>
                <a:latin typeface="Inter"/>
                <a:ea typeface="Inter"/>
                <a:cs typeface="Inter"/>
                <a:sym typeface="Inter"/>
              </a:rPr>
              <a:t>drivers)</a:t>
            </a:r>
            <a:r>
              <a:rPr lang="es" sz="1600">
                <a:solidFill>
                  <a:schemeClr val="dk1"/>
                </a:solidFill>
                <a:latin typeface="Inter"/>
                <a:ea typeface="Inter"/>
                <a:cs typeface="Inter"/>
                <a:sym typeface="Inter"/>
              </a:rPr>
              <a:t>.</a:t>
            </a:r>
            <a:endParaRPr i="1"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Normalmente permiten la carga dinámica (sin reinicio)</a:t>
            </a:r>
            <a:endParaRPr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Tipos de dispositivo</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b="1" lang="es" sz="1600">
                <a:solidFill>
                  <a:srgbClr val="E69138"/>
                </a:solidFill>
                <a:latin typeface="Inter"/>
                <a:ea typeface="Inter"/>
                <a:cs typeface="Inter"/>
                <a:sym typeface="Inter"/>
              </a:rPr>
              <a:t>Modo caracter (</a:t>
            </a:r>
            <a:r>
              <a:rPr b="1" i="1" lang="es" sz="1600">
                <a:solidFill>
                  <a:srgbClr val="E69138"/>
                </a:solidFill>
                <a:latin typeface="Inter"/>
                <a:ea typeface="Inter"/>
                <a:cs typeface="Inter"/>
                <a:sym typeface="Inter"/>
              </a:rPr>
              <a:t>raw). </a:t>
            </a:r>
            <a:r>
              <a:rPr lang="es" sz="1600">
                <a:solidFill>
                  <a:schemeClr val="dk1"/>
                </a:solidFill>
                <a:latin typeface="Inter"/>
                <a:ea typeface="Inter"/>
                <a:cs typeface="Inter"/>
                <a:sym typeface="Inter"/>
              </a:rPr>
              <a:t>Acceso secuencial sin </a:t>
            </a:r>
            <a:r>
              <a:rPr i="1" lang="es" sz="1600">
                <a:solidFill>
                  <a:schemeClr val="dk1"/>
                </a:solidFill>
                <a:latin typeface="Inter"/>
                <a:ea typeface="Inter"/>
                <a:cs typeface="Inter"/>
                <a:sym typeface="Inter"/>
              </a:rPr>
              <a:t>buffer</a:t>
            </a:r>
            <a:r>
              <a:rPr lang="es" sz="1600">
                <a:solidFill>
                  <a:schemeClr val="dk1"/>
                </a:solidFill>
                <a:latin typeface="Inter"/>
                <a:ea typeface="Inter"/>
                <a:cs typeface="Inter"/>
                <a:sym typeface="Inter"/>
              </a:rPr>
              <a:t> de cualquier tamaño (hasta byte) según el dispositivo, p.ej. teclados, impresoras...</a:t>
            </a:r>
            <a:endParaRPr b="1"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b="1" lang="es" sz="1600">
                <a:solidFill>
                  <a:srgbClr val="E69138"/>
                </a:solidFill>
                <a:latin typeface="Inter"/>
                <a:ea typeface="Inter"/>
                <a:cs typeface="Inter"/>
                <a:sym typeface="Inter"/>
              </a:rPr>
              <a:t>Modo bloque. </a:t>
            </a:r>
            <a:r>
              <a:rPr lang="es" sz="1600">
                <a:solidFill>
                  <a:schemeClr val="dk1"/>
                </a:solidFill>
                <a:latin typeface="Inter"/>
                <a:ea typeface="Inter"/>
                <a:cs typeface="Inter"/>
                <a:sym typeface="Inter"/>
              </a:rPr>
              <a:t>Acceso aleatorio (</a:t>
            </a:r>
            <a:r>
              <a:rPr i="1" lang="es" sz="1600">
                <a:solidFill>
                  <a:schemeClr val="dk1"/>
                </a:solidFill>
                <a:latin typeface="Inter"/>
                <a:ea typeface="Inter"/>
                <a:cs typeface="Inter"/>
                <a:sym typeface="Inter"/>
              </a:rPr>
              <a:t>offset) </a:t>
            </a:r>
            <a:r>
              <a:rPr lang="es" sz="1600">
                <a:solidFill>
                  <a:schemeClr val="dk1"/>
                </a:solidFill>
                <a:latin typeface="Inter"/>
                <a:ea typeface="Inter"/>
                <a:cs typeface="Inter"/>
                <a:sym typeface="Inter"/>
              </a:rPr>
              <a:t>en bloques (p.ej. 512 bytes). UNIX originalmente ofrecía caché de los buffers de dispositivo para mejorar el rendimiento</a:t>
            </a:r>
            <a:r>
              <a:rPr b="1" baseline="30000" i="1" lang="es">
                <a:solidFill>
                  <a:srgbClr val="E69138"/>
                </a:solidFill>
                <a:latin typeface="Inter"/>
                <a:ea typeface="Inter"/>
                <a:cs typeface="Inter"/>
                <a:sym typeface="Inter"/>
              </a:rPr>
              <a:t>*</a:t>
            </a:r>
            <a:endParaRPr sz="1600">
              <a:solidFill>
                <a:schemeClr val="dk1"/>
              </a:solidFill>
              <a:latin typeface="Inter"/>
              <a:ea typeface="Inter"/>
              <a:cs typeface="Inter"/>
              <a:sym typeface="Inter"/>
            </a:endParaRPr>
          </a:p>
        </p:txBody>
      </p:sp>
      <p:sp>
        <p:nvSpPr>
          <p:cNvPr id="251" name="Google Shape;251;p23"/>
          <p:cNvSpPr txBox="1"/>
          <p:nvPr/>
        </p:nvSpPr>
        <p:spPr>
          <a:xfrm>
            <a:off x="0" y="6299727"/>
            <a:ext cx="9016200" cy="6156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baseline="30000" i="1" lang="es">
                <a:solidFill>
                  <a:srgbClr val="E69138"/>
                </a:solidFill>
                <a:latin typeface="Inter"/>
                <a:ea typeface="Inter"/>
                <a:cs typeface="Inter"/>
                <a:sym typeface="Inter"/>
              </a:rPr>
              <a:t>*</a:t>
            </a:r>
            <a:r>
              <a:rPr i="1" lang="es">
                <a:solidFill>
                  <a:schemeClr val="dk1"/>
                </a:solidFill>
                <a:latin typeface="Inter"/>
                <a:ea typeface="Inter"/>
                <a:cs typeface="Inter"/>
                <a:sym typeface="Inter"/>
              </a:rPr>
              <a:t> En Linux el VFS no usa directamente el controlador de disco, lo hace </a:t>
            </a:r>
            <a:r>
              <a:rPr i="1" lang="es">
                <a:solidFill>
                  <a:schemeClr val="dk1"/>
                </a:solidFill>
                <a:latin typeface="Inter"/>
                <a:ea typeface="Inter"/>
                <a:cs typeface="Inter"/>
                <a:sym typeface="Inter"/>
              </a:rPr>
              <a:t>a través</a:t>
            </a:r>
            <a:r>
              <a:rPr i="1" lang="es">
                <a:solidFill>
                  <a:schemeClr val="dk1"/>
                </a:solidFill>
                <a:latin typeface="Inter"/>
                <a:ea typeface="Inter"/>
                <a:cs typeface="Inter"/>
                <a:sym typeface="Inter"/>
              </a:rPr>
              <a:t> de un gestor de E/S de bloques y el planificador de E/S</a:t>
            </a:r>
            <a:endParaRPr i="1">
              <a:solidFill>
                <a:schemeClr val="dk1"/>
              </a:solidFill>
              <a:latin typeface="Inter"/>
              <a:ea typeface="Inter"/>
              <a:cs typeface="Inter"/>
              <a:sym typeface="Inter"/>
            </a:endParaRPr>
          </a:p>
        </p:txBody>
      </p:sp>
      <p:sp>
        <p:nvSpPr>
          <p:cNvPr id="252" name="Google Shape;252;p23"/>
          <p:cNvSpPr txBox="1"/>
          <p:nvPr/>
        </p:nvSpPr>
        <p:spPr>
          <a:xfrm>
            <a:off x="1933775" y="4336213"/>
            <a:ext cx="3362400" cy="400200"/>
          </a:xfrm>
          <a:prstGeom prst="rect">
            <a:avLst/>
          </a:prstGeom>
          <a:solidFill>
            <a:srgbClr val="F3F3F3"/>
          </a:solidFill>
          <a:ln cap="flat" cmpd="sng" w="19050">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b="1" lang="es">
                <a:solidFill>
                  <a:srgbClr val="E69138"/>
                </a:solidFill>
                <a:latin typeface="Inter"/>
                <a:ea typeface="Inter"/>
                <a:cs typeface="Inter"/>
                <a:sym typeface="Inter"/>
              </a:rPr>
              <a:t>Virtual File System (VFS)</a:t>
            </a:r>
            <a:endParaRPr>
              <a:latin typeface="Inter"/>
              <a:ea typeface="Inter"/>
              <a:cs typeface="Inter"/>
              <a:sym typeface="Inter"/>
            </a:endParaRPr>
          </a:p>
        </p:txBody>
      </p:sp>
      <p:sp>
        <p:nvSpPr>
          <p:cNvPr id="253" name="Google Shape;253;p23"/>
          <p:cNvSpPr/>
          <p:nvPr/>
        </p:nvSpPr>
        <p:spPr>
          <a:xfrm>
            <a:off x="1933775" y="3682074"/>
            <a:ext cx="3362400" cy="3615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Inter"/>
                <a:ea typeface="Inter"/>
                <a:cs typeface="Inter"/>
                <a:sym typeface="Inter"/>
              </a:rPr>
              <a:t>Llamadas al Sistema</a:t>
            </a:r>
            <a:endParaRPr>
              <a:latin typeface="Inter"/>
              <a:ea typeface="Inter"/>
              <a:cs typeface="Inter"/>
              <a:sym typeface="Inter"/>
            </a:endParaRPr>
          </a:p>
        </p:txBody>
      </p:sp>
      <p:cxnSp>
        <p:nvCxnSpPr>
          <p:cNvPr id="254" name="Google Shape;254;p23"/>
          <p:cNvCxnSpPr>
            <a:stCxn id="253" idx="2"/>
          </p:cNvCxnSpPr>
          <p:nvPr/>
        </p:nvCxnSpPr>
        <p:spPr>
          <a:xfrm>
            <a:off x="3614975" y="4043574"/>
            <a:ext cx="600" cy="302100"/>
          </a:xfrm>
          <a:prstGeom prst="straightConnector1">
            <a:avLst/>
          </a:prstGeom>
          <a:noFill/>
          <a:ln cap="flat" cmpd="sng" w="9525">
            <a:solidFill>
              <a:schemeClr val="dk2"/>
            </a:solidFill>
            <a:prstDash val="solid"/>
            <a:round/>
            <a:headEnd len="med" w="med" type="none"/>
            <a:tailEnd len="med" w="med" type="none"/>
          </a:ln>
        </p:spPr>
      </p:cxnSp>
      <p:cxnSp>
        <p:nvCxnSpPr>
          <p:cNvPr id="255" name="Google Shape;255;p23"/>
          <p:cNvCxnSpPr>
            <a:stCxn id="252" idx="3"/>
            <a:endCxn id="256" idx="1"/>
          </p:cNvCxnSpPr>
          <p:nvPr/>
        </p:nvCxnSpPr>
        <p:spPr>
          <a:xfrm>
            <a:off x="5296175" y="4536313"/>
            <a:ext cx="939300" cy="900"/>
          </a:xfrm>
          <a:prstGeom prst="straightConnector1">
            <a:avLst/>
          </a:prstGeom>
          <a:noFill/>
          <a:ln cap="flat" cmpd="sng" w="9525">
            <a:solidFill>
              <a:schemeClr val="dk2"/>
            </a:solidFill>
            <a:prstDash val="solid"/>
            <a:round/>
            <a:headEnd len="med" w="med" type="none"/>
            <a:tailEnd len="med" w="med" type="none"/>
          </a:ln>
        </p:spPr>
      </p:cxnSp>
      <p:sp>
        <p:nvSpPr>
          <p:cNvPr id="256" name="Google Shape;256;p23"/>
          <p:cNvSpPr/>
          <p:nvPr/>
        </p:nvSpPr>
        <p:spPr>
          <a:xfrm>
            <a:off x="6235350" y="4103202"/>
            <a:ext cx="1187100" cy="868200"/>
          </a:xfrm>
          <a:prstGeom prst="roundRect">
            <a:avLst>
              <a:gd fmla="val 6857" name="adj"/>
            </a:avLst>
          </a:prstGeom>
          <a:solidFill>
            <a:srgbClr val="741B47"/>
          </a:solidFill>
          <a:ln>
            <a:noFill/>
          </a:ln>
        </p:spPr>
        <p:txBody>
          <a:bodyPr anchorCtr="0" anchor="t" bIns="91425" lIns="91425" spcFirstLastPara="1" rIns="91425" wrap="square" tIns="91425">
            <a:noAutofit/>
          </a:bodyPr>
          <a:lstStyle/>
          <a:p>
            <a:pPr indent="0" lvl="0" marL="0" rtl="0" algn="ctr">
              <a:spcBef>
                <a:spcPts val="1000"/>
              </a:spcBef>
              <a:spcAft>
                <a:spcPts val="0"/>
              </a:spcAft>
              <a:buNone/>
            </a:pPr>
            <a:r>
              <a:t/>
            </a:r>
            <a:endParaRPr b="1">
              <a:solidFill>
                <a:schemeClr val="lt1"/>
              </a:solidFill>
            </a:endParaRPr>
          </a:p>
        </p:txBody>
      </p:sp>
      <p:sp>
        <p:nvSpPr>
          <p:cNvPr id="257" name="Google Shape;257;p23"/>
          <p:cNvSpPr txBox="1"/>
          <p:nvPr/>
        </p:nvSpPr>
        <p:spPr>
          <a:xfrm>
            <a:off x="6119107" y="4230864"/>
            <a:ext cx="14196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a:solidFill>
                  <a:srgbClr val="FFFFFF"/>
                </a:solidFill>
                <a:latin typeface="Inter"/>
                <a:ea typeface="Inter"/>
                <a:cs typeface="Inter"/>
                <a:sym typeface="Inter"/>
              </a:rPr>
              <a:t>Caché</a:t>
            </a:r>
            <a:endParaRPr b="1">
              <a:solidFill>
                <a:srgbClr val="FFFFFF"/>
              </a:solidFill>
              <a:latin typeface="Inter"/>
              <a:ea typeface="Inter"/>
              <a:cs typeface="Inter"/>
              <a:sym typeface="Inter"/>
            </a:endParaRPr>
          </a:p>
          <a:p>
            <a:pPr indent="0" lvl="0" marL="0" rtl="0" algn="ctr">
              <a:spcBef>
                <a:spcPts val="0"/>
              </a:spcBef>
              <a:spcAft>
                <a:spcPts val="0"/>
              </a:spcAft>
              <a:buNone/>
            </a:pPr>
            <a:r>
              <a:rPr b="1" lang="es">
                <a:solidFill>
                  <a:srgbClr val="FFFFFF"/>
                </a:solidFill>
                <a:latin typeface="Inter"/>
                <a:ea typeface="Inter"/>
                <a:cs typeface="Inter"/>
                <a:sym typeface="Inter"/>
              </a:rPr>
              <a:t>Páginas</a:t>
            </a:r>
            <a:endParaRPr b="1">
              <a:solidFill>
                <a:srgbClr val="FFFFFF"/>
              </a:solidFill>
              <a:latin typeface="Inter"/>
              <a:ea typeface="Inter"/>
              <a:cs typeface="Inter"/>
              <a:sym typeface="Inter"/>
            </a:endParaRPr>
          </a:p>
        </p:txBody>
      </p:sp>
      <p:sp>
        <p:nvSpPr>
          <p:cNvPr id="258" name="Google Shape;258;p23"/>
          <p:cNvSpPr txBox="1"/>
          <p:nvPr/>
        </p:nvSpPr>
        <p:spPr>
          <a:xfrm>
            <a:off x="1938709" y="5003213"/>
            <a:ext cx="3362400" cy="400200"/>
          </a:xfrm>
          <a:prstGeom prst="rect">
            <a:avLst/>
          </a:prstGeom>
          <a:solidFill>
            <a:srgbClr val="45818E"/>
          </a:solidFill>
          <a:ln cap="flat" cmpd="sng" w="19050">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b="1" lang="es">
                <a:solidFill>
                  <a:srgbClr val="FFFFFF"/>
                </a:solidFill>
                <a:latin typeface="Inter"/>
                <a:ea typeface="Inter"/>
                <a:cs typeface="Inter"/>
                <a:sym typeface="Inter"/>
              </a:rPr>
              <a:t>Controlador de </a:t>
            </a:r>
            <a:r>
              <a:rPr b="1" lang="es">
                <a:solidFill>
                  <a:srgbClr val="FFFFFF"/>
                </a:solidFill>
                <a:latin typeface="Inter"/>
                <a:ea typeface="Inter"/>
                <a:cs typeface="Inter"/>
                <a:sym typeface="Inter"/>
              </a:rPr>
              <a:t>Dispositivo</a:t>
            </a:r>
            <a:endParaRPr>
              <a:solidFill>
                <a:srgbClr val="FFFFFF"/>
              </a:solidFill>
              <a:latin typeface="Inter"/>
              <a:ea typeface="Inter"/>
              <a:cs typeface="Inter"/>
              <a:sym typeface="Inter"/>
            </a:endParaRPr>
          </a:p>
        </p:txBody>
      </p:sp>
      <p:cxnSp>
        <p:nvCxnSpPr>
          <p:cNvPr id="259" name="Google Shape;259;p23"/>
          <p:cNvCxnSpPr>
            <a:stCxn id="252" idx="2"/>
            <a:endCxn id="258" idx="0"/>
          </p:cNvCxnSpPr>
          <p:nvPr/>
        </p:nvCxnSpPr>
        <p:spPr>
          <a:xfrm>
            <a:off x="3614975" y="4736413"/>
            <a:ext cx="4800" cy="266700"/>
          </a:xfrm>
          <a:prstGeom prst="straightConnector1">
            <a:avLst/>
          </a:prstGeom>
          <a:noFill/>
          <a:ln cap="flat" cmpd="sng" w="9525">
            <a:solidFill>
              <a:schemeClr val="dk2"/>
            </a:solidFill>
            <a:prstDash val="solid"/>
            <a:round/>
            <a:headEnd len="med" w="med" type="none"/>
            <a:tailEnd len="med" w="med" type="none"/>
          </a:ln>
        </p:spPr>
      </p:cxnSp>
      <p:sp>
        <p:nvSpPr>
          <p:cNvPr id="260" name="Google Shape;260;p23"/>
          <p:cNvSpPr txBox="1"/>
          <p:nvPr/>
        </p:nvSpPr>
        <p:spPr>
          <a:xfrm>
            <a:off x="3558214" y="4737686"/>
            <a:ext cx="298800" cy="4002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baseline="30000" i="1" lang="es">
                <a:solidFill>
                  <a:srgbClr val="E69138"/>
                </a:solidFill>
                <a:latin typeface="Inter"/>
                <a:ea typeface="Inter"/>
                <a:cs typeface="Inter"/>
                <a:sym typeface="Inter"/>
              </a:rPr>
              <a:t>*</a:t>
            </a:r>
            <a:r>
              <a:rPr lang="es">
                <a:solidFill>
                  <a:schemeClr val="dk1"/>
                </a:solidFill>
                <a:latin typeface="Inter"/>
                <a:ea typeface="Inter"/>
                <a:cs typeface="Inter"/>
                <a:sym typeface="Inter"/>
              </a:rPr>
              <a:t> </a:t>
            </a:r>
            <a:endParaRPr/>
          </a:p>
        </p:txBody>
      </p:sp>
      <p:sp>
        <p:nvSpPr>
          <p:cNvPr id="261" name="Google Shape;261;p23"/>
          <p:cNvSpPr/>
          <p:nvPr/>
        </p:nvSpPr>
        <p:spPr>
          <a:xfrm>
            <a:off x="3289055" y="5617350"/>
            <a:ext cx="664800" cy="6351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300">
                <a:latin typeface="Inter"/>
                <a:ea typeface="Inter"/>
                <a:cs typeface="Inter"/>
                <a:sym typeface="Inter"/>
              </a:rPr>
              <a:t>Disco</a:t>
            </a:r>
            <a:endParaRPr sz="1300">
              <a:latin typeface="Inter"/>
              <a:ea typeface="Inter"/>
              <a:cs typeface="Inter"/>
              <a:sym typeface="Inter"/>
            </a:endParaRPr>
          </a:p>
        </p:txBody>
      </p:sp>
      <p:cxnSp>
        <p:nvCxnSpPr>
          <p:cNvPr id="262" name="Google Shape;262;p23"/>
          <p:cNvCxnSpPr>
            <a:stCxn id="261" idx="1"/>
            <a:endCxn id="258" idx="2"/>
          </p:cNvCxnSpPr>
          <p:nvPr/>
        </p:nvCxnSpPr>
        <p:spPr>
          <a:xfrm rot="10800000">
            <a:off x="3619955" y="5403450"/>
            <a:ext cx="1500" cy="213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 name="Shape 268"/>
        <p:cNvGrpSpPr/>
        <p:nvPr/>
      </p:nvGrpSpPr>
      <p:grpSpPr>
        <a:xfrm>
          <a:off x="0" y="0"/>
          <a:ext cx="0" cy="0"/>
          <a:chOff x="0" y="0"/>
          <a:chExt cx="0" cy="0"/>
        </a:xfrm>
      </p:grpSpPr>
      <p:sp>
        <p:nvSpPr>
          <p:cNvPr id="269" name="Google Shape;269;p24"/>
          <p:cNvSpPr txBox="1"/>
          <p:nvPr>
            <p:ph idx="1" type="subTitle"/>
          </p:nvPr>
        </p:nvSpPr>
        <p:spPr>
          <a:xfrm>
            <a:off x="954245" y="76850"/>
            <a:ext cx="8181300" cy="91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A50021"/>
              </a:buClr>
              <a:buFont typeface="Arial"/>
              <a:buNone/>
            </a:pPr>
            <a:r>
              <a:rPr lang="es">
                <a:latin typeface="Inter SemiBold"/>
                <a:ea typeface="Inter SemiBold"/>
                <a:cs typeface="Inter SemiBold"/>
                <a:sym typeface="Inter SemiBold"/>
              </a:rPr>
              <a:t>SISTEMAS OPERATIVOS</a:t>
            </a:r>
            <a:endParaRPr>
              <a:latin typeface="Inter SemiBold"/>
              <a:ea typeface="Inter SemiBold"/>
              <a:cs typeface="Inter SemiBold"/>
              <a:sym typeface="Inter SemiBold"/>
            </a:endParaRPr>
          </a:p>
          <a:p>
            <a:pPr indent="0" lvl="0" marL="0" marR="0" rtl="0" algn="l">
              <a:lnSpc>
                <a:spcPct val="100000"/>
              </a:lnSpc>
              <a:spcBef>
                <a:spcPts val="360"/>
              </a:spcBef>
              <a:spcAft>
                <a:spcPts val="0"/>
              </a:spcAft>
              <a:buClr>
                <a:srgbClr val="A50021"/>
              </a:buClr>
              <a:buFont typeface="Arial"/>
              <a:buNone/>
            </a:pPr>
            <a:r>
              <a:rPr i="1" lang="es" sz="1400" u="none" cap="none" strike="noStrike">
                <a:solidFill>
                  <a:srgbClr val="000000"/>
                </a:solidFill>
                <a:latin typeface="Inter"/>
                <a:ea typeface="Inter"/>
                <a:cs typeface="Inter"/>
                <a:sym typeface="Inter"/>
              </a:rPr>
              <a:t>Grado en </a:t>
            </a:r>
            <a:r>
              <a:rPr i="1" lang="es" sz="1400">
                <a:latin typeface="Inter"/>
                <a:ea typeface="Inter"/>
                <a:cs typeface="Inter"/>
                <a:sym typeface="Inter"/>
              </a:rPr>
              <a:t>Desarrollo de Videojuegos</a:t>
            </a:r>
            <a:endParaRPr i="1" sz="1400" u="none" cap="none" strike="noStrike">
              <a:solidFill>
                <a:srgbClr val="000000"/>
              </a:solidFill>
              <a:latin typeface="Inter"/>
              <a:ea typeface="Inter"/>
              <a:cs typeface="Inter"/>
              <a:sym typeface="Inter"/>
            </a:endParaRPr>
          </a:p>
          <a:p>
            <a:pPr indent="0" lvl="0" marL="0" marR="0" rtl="0" algn="l">
              <a:lnSpc>
                <a:spcPct val="100000"/>
              </a:lnSpc>
              <a:spcBef>
                <a:spcPts val="360"/>
              </a:spcBef>
              <a:spcAft>
                <a:spcPts val="0"/>
              </a:spcAft>
              <a:buClr>
                <a:srgbClr val="A50021"/>
              </a:buClr>
              <a:buFont typeface="Arial"/>
              <a:buNone/>
            </a:pPr>
            <a:r>
              <a:rPr i="1" lang="es" sz="1400" u="none" cap="none" strike="noStrike">
                <a:solidFill>
                  <a:srgbClr val="000000"/>
                </a:solidFill>
                <a:latin typeface="Inter"/>
                <a:ea typeface="Inter"/>
                <a:cs typeface="Inter"/>
                <a:sym typeface="Inter"/>
              </a:rPr>
              <a:t>Universidad Complutense de Madrid</a:t>
            </a:r>
            <a:endParaRPr i="0" sz="1400" u="none" cap="none" strike="noStrike">
              <a:solidFill>
                <a:srgbClr val="000000"/>
              </a:solidFill>
              <a:latin typeface="Inter"/>
              <a:ea typeface="Inter"/>
              <a:cs typeface="Inter"/>
              <a:sym typeface="Inter"/>
            </a:endParaRPr>
          </a:p>
        </p:txBody>
      </p:sp>
      <p:sp>
        <p:nvSpPr>
          <p:cNvPr id="270" name="Google Shape;270;p24"/>
          <p:cNvSpPr/>
          <p:nvPr/>
        </p:nvSpPr>
        <p:spPr>
          <a:xfrm>
            <a:off x="8400" y="113285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4"/>
          <p:cNvSpPr txBox="1"/>
          <p:nvPr>
            <p:ph idx="4294967295" type="ctrTitle"/>
          </p:nvPr>
        </p:nvSpPr>
        <p:spPr>
          <a:xfrm>
            <a:off x="20775" y="2720725"/>
            <a:ext cx="9144000" cy="91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50021"/>
              </a:buClr>
              <a:buFont typeface="Arial"/>
              <a:buNone/>
            </a:pPr>
            <a:r>
              <a:rPr i="0" lang="es" sz="3000" u="none" cap="none" strike="noStrike">
                <a:solidFill>
                  <a:srgbClr val="4279B1"/>
                </a:solidFill>
                <a:latin typeface="Inter"/>
                <a:ea typeface="Inter"/>
                <a:cs typeface="Inter"/>
                <a:sym typeface="Inter"/>
              </a:rPr>
              <a:t>TEMA </a:t>
            </a:r>
            <a:r>
              <a:rPr lang="es" sz="3000">
                <a:solidFill>
                  <a:srgbClr val="4279B1"/>
                </a:solidFill>
                <a:latin typeface="Inter"/>
                <a:ea typeface="Inter"/>
                <a:cs typeface="Inter"/>
                <a:sym typeface="Inter"/>
              </a:rPr>
              <a:t>1.2</a:t>
            </a:r>
            <a:r>
              <a:rPr i="0" lang="es" sz="3000" u="none" cap="none" strike="noStrike">
                <a:solidFill>
                  <a:srgbClr val="4279B1"/>
                </a:solidFill>
                <a:latin typeface="Inter"/>
                <a:ea typeface="Inter"/>
                <a:cs typeface="Inter"/>
                <a:sym typeface="Inter"/>
              </a:rPr>
              <a:t> </a:t>
            </a:r>
            <a:r>
              <a:rPr lang="es" sz="3000">
                <a:solidFill>
                  <a:srgbClr val="4279B1"/>
                </a:solidFill>
                <a:latin typeface="Inter"/>
                <a:ea typeface="Inter"/>
                <a:cs typeface="Inter"/>
                <a:sym typeface="Inter"/>
              </a:rPr>
              <a:t>Intérprete</a:t>
            </a:r>
            <a:r>
              <a:rPr lang="es" sz="3000">
                <a:solidFill>
                  <a:srgbClr val="4279B1"/>
                </a:solidFill>
                <a:latin typeface="Inter"/>
                <a:ea typeface="Inter"/>
                <a:cs typeface="Inter"/>
                <a:sym typeface="Inter"/>
              </a:rPr>
              <a:t> de Comandos (</a:t>
            </a:r>
            <a:r>
              <a:rPr i="1" lang="es" sz="3000">
                <a:solidFill>
                  <a:srgbClr val="4279B1"/>
                </a:solidFill>
                <a:latin typeface="Inter"/>
                <a:ea typeface="Inter"/>
                <a:cs typeface="Inter"/>
                <a:sym typeface="Inter"/>
              </a:rPr>
              <a:t>Shell)</a:t>
            </a:r>
            <a:endParaRPr b="0" sz="3000" u="none" cap="none" strike="noStrike">
              <a:solidFill>
                <a:srgbClr val="4279B1"/>
              </a:solidFill>
              <a:latin typeface="Inter"/>
              <a:ea typeface="Inter"/>
              <a:cs typeface="Inter"/>
              <a:sym typeface="Inter"/>
            </a:endParaRPr>
          </a:p>
        </p:txBody>
      </p:sp>
      <p:pic>
        <p:nvPicPr>
          <p:cNvPr id="272" name="Google Shape;272;p24" title="Escudo_de_la_Universidad_Complutense_de_Madrid.svg.png"/>
          <p:cNvPicPr preferRelativeResize="0"/>
          <p:nvPr/>
        </p:nvPicPr>
        <p:blipFill>
          <a:blip r:embed="rId3">
            <a:alphaModFix/>
          </a:blip>
          <a:stretch>
            <a:fillRect/>
          </a:stretch>
        </p:blipFill>
        <p:spPr>
          <a:xfrm>
            <a:off x="109725" y="76851"/>
            <a:ext cx="799893" cy="9185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5"/>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5"/>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Interfaz de Línea de Comandos.</a:t>
            </a:r>
            <a:endParaRPr b="0" sz="3200" u="none" cap="none" strike="noStrike">
              <a:solidFill>
                <a:srgbClr val="000000"/>
              </a:solidFill>
              <a:latin typeface="Inter Medium"/>
              <a:ea typeface="Inter Medium"/>
              <a:cs typeface="Inter Medium"/>
              <a:sym typeface="Inter Medium"/>
            </a:endParaRPr>
          </a:p>
        </p:txBody>
      </p:sp>
      <p:sp>
        <p:nvSpPr>
          <p:cNvPr id="279" name="Google Shape;279;p25"/>
          <p:cNvSpPr txBox="1"/>
          <p:nvPr/>
        </p:nvSpPr>
        <p:spPr>
          <a:xfrm>
            <a:off x="8400" y="886657"/>
            <a:ext cx="9117600" cy="33093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Font typeface="Inter"/>
              <a:buChar char="●"/>
            </a:pPr>
            <a:r>
              <a:rPr lang="es" sz="1700">
                <a:solidFill>
                  <a:schemeClr val="dk1"/>
                </a:solidFill>
                <a:latin typeface="Inter"/>
                <a:ea typeface="Inter"/>
                <a:cs typeface="Inter"/>
                <a:sym typeface="Inter"/>
              </a:rPr>
              <a:t>La línea de comandos (CLI, </a:t>
            </a:r>
            <a:r>
              <a:rPr i="1" lang="es" sz="1700">
                <a:solidFill>
                  <a:schemeClr val="dk1"/>
                </a:solidFill>
                <a:latin typeface="Inter"/>
                <a:ea typeface="Inter"/>
                <a:cs typeface="Inter"/>
                <a:sym typeface="Inter"/>
              </a:rPr>
              <a:t>command line interface</a:t>
            </a:r>
            <a:r>
              <a:rPr lang="es" sz="1700">
                <a:solidFill>
                  <a:schemeClr val="dk1"/>
                </a:solidFill>
                <a:latin typeface="Inter"/>
                <a:ea typeface="Inter"/>
                <a:cs typeface="Inter"/>
                <a:sym typeface="Inter"/>
              </a:rPr>
              <a:t>) es esencial para interactuar con los objetos (procesos, ficheros, dispositivos…) del sistema operativo.</a:t>
            </a:r>
            <a:endParaRPr sz="1700">
              <a:solidFill>
                <a:schemeClr val="dk1"/>
              </a:solidFill>
              <a:latin typeface="Inter"/>
              <a:ea typeface="Inter"/>
              <a:cs typeface="Inter"/>
              <a:sym typeface="Inter"/>
            </a:endParaRPr>
          </a:p>
          <a:p>
            <a:pPr indent="-336550" lvl="0" marL="457200" rtl="0" algn="l">
              <a:spcBef>
                <a:spcPts val="1000"/>
              </a:spcBef>
              <a:spcAft>
                <a:spcPts val="0"/>
              </a:spcAft>
              <a:buClr>
                <a:schemeClr val="dk1"/>
              </a:buClr>
              <a:buSzPts val="1700"/>
              <a:buFont typeface="Inter"/>
              <a:buChar char="●"/>
            </a:pPr>
            <a:r>
              <a:rPr lang="es" sz="1700">
                <a:solidFill>
                  <a:schemeClr val="dk1"/>
                </a:solidFill>
                <a:latin typeface="Inter"/>
                <a:ea typeface="Inter"/>
                <a:cs typeface="Inter"/>
                <a:sym typeface="Inter"/>
              </a:rPr>
              <a:t>El elemento principal de la CLI, es la </a:t>
            </a:r>
            <a:r>
              <a:rPr i="1" lang="es" sz="1700">
                <a:solidFill>
                  <a:schemeClr val="dk1"/>
                </a:solidFill>
                <a:latin typeface="Inter"/>
                <a:ea typeface="Inter"/>
                <a:cs typeface="Inter"/>
                <a:sym typeface="Inter"/>
              </a:rPr>
              <a:t>shell</a:t>
            </a:r>
            <a:r>
              <a:rPr lang="es" sz="1700">
                <a:solidFill>
                  <a:schemeClr val="dk1"/>
                </a:solidFill>
                <a:latin typeface="Inter"/>
                <a:ea typeface="Inter"/>
                <a:cs typeface="Inter"/>
                <a:sym typeface="Inter"/>
              </a:rPr>
              <a:t>. La </a:t>
            </a:r>
            <a:r>
              <a:rPr i="1" lang="es" sz="1700">
                <a:solidFill>
                  <a:schemeClr val="dk1"/>
                </a:solidFill>
                <a:latin typeface="Inter"/>
                <a:ea typeface="Inter"/>
                <a:cs typeface="Inter"/>
                <a:sym typeface="Inter"/>
              </a:rPr>
              <a:t>shell</a:t>
            </a:r>
            <a:r>
              <a:rPr lang="es" sz="1700">
                <a:solidFill>
                  <a:schemeClr val="dk1"/>
                </a:solidFill>
                <a:latin typeface="Inter"/>
                <a:ea typeface="Inter"/>
                <a:cs typeface="Inter"/>
                <a:sym typeface="Inter"/>
              </a:rPr>
              <a:t> es un programa que:</a:t>
            </a:r>
            <a:endParaRPr sz="1700">
              <a:solidFill>
                <a:schemeClr val="dk1"/>
              </a:solidFill>
              <a:latin typeface="Inter"/>
              <a:ea typeface="Inter"/>
              <a:cs typeface="Inter"/>
              <a:sym typeface="Inter"/>
            </a:endParaRPr>
          </a:p>
          <a:p>
            <a:pPr indent="-336550" lvl="1" marL="914400" rtl="0" algn="l">
              <a:spcBef>
                <a:spcPts val="1000"/>
              </a:spcBef>
              <a:spcAft>
                <a:spcPts val="0"/>
              </a:spcAft>
              <a:buClr>
                <a:schemeClr val="dk1"/>
              </a:buClr>
              <a:buSzPts val="1700"/>
              <a:buFont typeface="Inter"/>
              <a:buChar char="○"/>
            </a:pPr>
            <a:r>
              <a:rPr lang="es" sz="1700">
                <a:solidFill>
                  <a:schemeClr val="dk1"/>
                </a:solidFill>
                <a:latin typeface="Inter"/>
                <a:ea typeface="Inter"/>
                <a:cs typeface="Inter"/>
                <a:sym typeface="Inter"/>
              </a:rPr>
              <a:t>Recibe, interpreta y ejecuta los comandos (externos o </a:t>
            </a:r>
            <a:r>
              <a:rPr i="1" lang="es" sz="1700">
                <a:solidFill>
                  <a:schemeClr val="dk1"/>
                </a:solidFill>
                <a:latin typeface="Inter"/>
                <a:ea typeface="Inter"/>
                <a:cs typeface="Inter"/>
                <a:sym typeface="Inter"/>
              </a:rPr>
              <a:t>built-in,</a:t>
            </a:r>
            <a:r>
              <a:rPr lang="es" sz="1700">
                <a:solidFill>
                  <a:schemeClr val="dk1"/>
                </a:solidFill>
                <a:latin typeface="Inter"/>
                <a:ea typeface="Inter"/>
                <a:cs typeface="Inter"/>
                <a:sym typeface="Inter"/>
              </a:rPr>
              <a:t> implementados por la </a:t>
            </a:r>
            <a:r>
              <a:rPr i="1" lang="es" sz="1700">
                <a:solidFill>
                  <a:schemeClr val="dk1"/>
                </a:solidFill>
                <a:latin typeface="Inter"/>
                <a:ea typeface="Inter"/>
                <a:cs typeface="Inter"/>
                <a:sym typeface="Inter"/>
              </a:rPr>
              <a:t>shell</a:t>
            </a:r>
            <a:r>
              <a:rPr lang="es" sz="1700">
                <a:solidFill>
                  <a:schemeClr val="dk1"/>
                </a:solidFill>
                <a:latin typeface="Inter"/>
                <a:ea typeface="Inter"/>
                <a:cs typeface="Inter"/>
                <a:sym typeface="Inter"/>
              </a:rPr>
              <a:t>)</a:t>
            </a:r>
            <a:endParaRPr sz="1700">
              <a:solidFill>
                <a:schemeClr val="dk1"/>
              </a:solidFill>
              <a:latin typeface="Inter"/>
              <a:ea typeface="Inter"/>
              <a:cs typeface="Inter"/>
              <a:sym typeface="Inter"/>
            </a:endParaRPr>
          </a:p>
          <a:p>
            <a:pPr indent="-336550" lvl="1" marL="914400" rtl="0" algn="l">
              <a:spcBef>
                <a:spcPts val="1000"/>
              </a:spcBef>
              <a:spcAft>
                <a:spcPts val="0"/>
              </a:spcAft>
              <a:buClr>
                <a:schemeClr val="dk1"/>
              </a:buClr>
              <a:buSzPts val="1700"/>
              <a:buFont typeface="Inter"/>
              <a:buChar char="○"/>
            </a:pPr>
            <a:r>
              <a:rPr lang="es" sz="1700">
                <a:solidFill>
                  <a:schemeClr val="dk1"/>
                </a:solidFill>
                <a:latin typeface="Inter"/>
                <a:ea typeface="Inter"/>
                <a:cs typeface="Inter"/>
                <a:sym typeface="Inter"/>
              </a:rPr>
              <a:t>Ofrece un lenguaje de programación (</a:t>
            </a:r>
            <a:r>
              <a:rPr i="1" lang="es" sz="1700">
                <a:solidFill>
                  <a:schemeClr val="dk1"/>
                </a:solidFill>
                <a:latin typeface="Inter"/>
                <a:ea typeface="Inter"/>
                <a:cs typeface="Inter"/>
                <a:sym typeface="Inter"/>
              </a:rPr>
              <a:t>scripts</a:t>
            </a:r>
            <a:r>
              <a:rPr lang="es" sz="1700">
                <a:solidFill>
                  <a:schemeClr val="dk1"/>
                </a:solidFill>
                <a:latin typeface="Inter"/>
                <a:ea typeface="Inter"/>
                <a:cs typeface="Inter"/>
                <a:sym typeface="Inter"/>
              </a:rPr>
              <a:t>)</a:t>
            </a:r>
            <a:endParaRPr sz="1700">
              <a:solidFill>
                <a:schemeClr val="dk1"/>
              </a:solidFill>
              <a:latin typeface="Inter"/>
              <a:ea typeface="Inter"/>
              <a:cs typeface="Inter"/>
              <a:sym typeface="Inter"/>
            </a:endParaRPr>
          </a:p>
          <a:p>
            <a:pPr indent="-336550" lvl="1" marL="914400" rtl="0" algn="l">
              <a:spcBef>
                <a:spcPts val="1000"/>
              </a:spcBef>
              <a:spcAft>
                <a:spcPts val="0"/>
              </a:spcAft>
              <a:buClr>
                <a:schemeClr val="dk1"/>
              </a:buClr>
              <a:buSzPts val="1700"/>
              <a:buFont typeface="Inter"/>
              <a:buChar char="○"/>
            </a:pPr>
            <a:r>
              <a:rPr lang="es" sz="1700">
                <a:solidFill>
                  <a:schemeClr val="dk1"/>
                </a:solidFill>
                <a:latin typeface="Inter"/>
                <a:ea typeface="Inter"/>
                <a:cs typeface="Inter"/>
                <a:sym typeface="Inter"/>
              </a:rPr>
              <a:t>Establece el entorno de ejecución de los programas (p.ej. </a:t>
            </a:r>
            <a:r>
              <a:rPr lang="es" sz="1700">
                <a:solidFill>
                  <a:schemeClr val="dk1"/>
                </a:solidFill>
                <a:latin typeface="Consolas"/>
                <a:ea typeface="Consolas"/>
                <a:cs typeface="Consolas"/>
                <a:sym typeface="Consolas"/>
              </a:rPr>
              <a:t>PATH, CWD…</a:t>
            </a:r>
            <a:r>
              <a:rPr lang="es" sz="1700">
                <a:solidFill>
                  <a:schemeClr val="dk1"/>
                </a:solidFill>
                <a:latin typeface="Inter"/>
                <a:ea typeface="Inter"/>
                <a:cs typeface="Inter"/>
                <a:sym typeface="Inter"/>
              </a:rPr>
              <a:t>)</a:t>
            </a:r>
            <a:endParaRPr sz="1700">
              <a:solidFill>
                <a:schemeClr val="dk1"/>
              </a:solidFill>
              <a:latin typeface="Inter"/>
              <a:ea typeface="Inter"/>
              <a:cs typeface="Inter"/>
              <a:sym typeface="Inter"/>
            </a:endParaRPr>
          </a:p>
          <a:p>
            <a:pPr indent="-336550" lvl="1" marL="914400" rtl="0" algn="l">
              <a:spcBef>
                <a:spcPts val="1000"/>
              </a:spcBef>
              <a:spcAft>
                <a:spcPts val="0"/>
              </a:spcAft>
              <a:buClr>
                <a:schemeClr val="dk1"/>
              </a:buClr>
              <a:buSzPts val="1700"/>
              <a:buFont typeface="Inter"/>
              <a:buChar char="○"/>
            </a:pPr>
            <a:r>
              <a:rPr lang="es" sz="1700">
                <a:solidFill>
                  <a:schemeClr val="dk1"/>
                </a:solidFill>
                <a:latin typeface="Inter"/>
                <a:ea typeface="Inter"/>
                <a:cs typeface="Inter"/>
                <a:sym typeface="Inter"/>
              </a:rPr>
              <a:t>Servicios para la gestión del flujo de datos (tuberías y redirecciones)</a:t>
            </a:r>
            <a:endParaRPr sz="1700">
              <a:solidFill>
                <a:schemeClr val="dk1"/>
              </a:solidFill>
              <a:latin typeface="Inter"/>
              <a:ea typeface="Inter"/>
              <a:cs typeface="Inter"/>
              <a:sym typeface="Inter"/>
            </a:endParaRPr>
          </a:p>
          <a:p>
            <a:pPr indent="-336550" lvl="1" marL="914400" rtl="0" algn="l">
              <a:spcBef>
                <a:spcPts val="1000"/>
              </a:spcBef>
              <a:spcAft>
                <a:spcPts val="0"/>
              </a:spcAft>
              <a:buClr>
                <a:schemeClr val="dk1"/>
              </a:buClr>
              <a:buSzPts val="1700"/>
              <a:buFont typeface="Inter"/>
              <a:buChar char="○"/>
            </a:pPr>
            <a:r>
              <a:rPr lang="es" sz="1700">
                <a:solidFill>
                  <a:schemeClr val="dk1"/>
                </a:solidFill>
                <a:latin typeface="Inter"/>
                <a:ea typeface="Inter"/>
                <a:cs typeface="Inter"/>
                <a:sym typeface="Inter"/>
              </a:rPr>
              <a:t>Ejemplo: </a:t>
            </a:r>
            <a:r>
              <a:rPr b="1" lang="es" sz="1700">
                <a:solidFill>
                  <a:srgbClr val="E69138"/>
                </a:solidFill>
                <a:latin typeface="Inter"/>
                <a:ea typeface="Inter"/>
                <a:cs typeface="Inter"/>
                <a:sym typeface="Inter"/>
              </a:rPr>
              <a:t>bash </a:t>
            </a:r>
            <a:r>
              <a:rPr i="1" lang="es" sz="1700">
                <a:latin typeface="Inter"/>
                <a:ea typeface="Inter"/>
                <a:cs typeface="Inter"/>
                <a:sym typeface="Inter"/>
              </a:rPr>
              <a:t>(Bourne Again Shell)</a:t>
            </a:r>
            <a:r>
              <a:rPr lang="es" sz="1700">
                <a:solidFill>
                  <a:schemeClr val="dk1"/>
                </a:solidFill>
                <a:latin typeface="Inter"/>
                <a:ea typeface="Inter"/>
                <a:cs typeface="Inter"/>
                <a:sym typeface="Inter"/>
              </a:rPr>
              <a:t>, </a:t>
            </a:r>
            <a:r>
              <a:rPr b="1" lang="es" sz="1700">
                <a:solidFill>
                  <a:srgbClr val="E69138"/>
                </a:solidFill>
                <a:latin typeface="Inter"/>
                <a:ea typeface="Inter"/>
                <a:cs typeface="Inter"/>
                <a:sym typeface="Inter"/>
              </a:rPr>
              <a:t>zsh </a:t>
            </a:r>
            <a:r>
              <a:rPr i="1" lang="es" sz="1700">
                <a:latin typeface="Inter"/>
                <a:ea typeface="Inter"/>
                <a:cs typeface="Inter"/>
                <a:sym typeface="Inter"/>
              </a:rPr>
              <a:t>(Z Shell)</a:t>
            </a:r>
            <a:r>
              <a:rPr lang="es" sz="1700">
                <a:solidFill>
                  <a:schemeClr val="dk1"/>
                </a:solidFill>
                <a:latin typeface="Inter"/>
                <a:ea typeface="Inter"/>
                <a:cs typeface="Inter"/>
                <a:sym typeface="Inter"/>
              </a:rPr>
              <a:t>, sh, fish, tcsh, ksh,...</a:t>
            </a:r>
            <a:endParaRPr sz="1700">
              <a:solidFill>
                <a:schemeClr val="dk1"/>
              </a:solidFill>
              <a:latin typeface="Inter"/>
              <a:ea typeface="Inter"/>
              <a:cs typeface="Inter"/>
              <a:sym typeface="Inter"/>
            </a:endParaRPr>
          </a:p>
        </p:txBody>
      </p:sp>
      <p:sp>
        <p:nvSpPr>
          <p:cNvPr id="280" name="Google Shape;280;p25"/>
          <p:cNvSpPr/>
          <p:nvPr/>
        </p:nvSpPr>
        <p:spPr>
          <a:xfrm>
            <a:off x="90350" y="4898175"/>
            <a:ext cx="5359800" cy="1044000"/>
          </a:xfrm>
          <a:prstGeom prst="rect">
            <a:avLst/>
          </a:prstGeom>
          <a:solidFill>
            <a:srgbClr val="434343"/>
          </a:solid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lt1"/>
                </a:solidFill>
                <a:latin typeface="Consolas"/>
                <a:ea typeface="Consolas"/>
                <a:cs typeface="Consolas"/>
                <a:sym typeface="Consolas"/>
              </a:rPr>
              <a:t> user@server:~$ _</a:t>
            </a:r>
            <a:endParaRPr>
              <a:solidFill>
                <a:schemeClr val="lt1"/>
              </a:solidFill>
              <a:latin typeface="Consolas"/>
              <a:ea typeface="Consolas"/>
              <a:cs typeface="Consolas"/>
              <a:sym typeface="Consolas"/>
            </a:endParaRPr>
          </a:p>
        </p:txBody>
      </p:sp>
      <p:sp>
        <p:nvSpPr>
          <p:cNvPr id="281" name="Google Shape;281;p25"/>
          <p:cNvSpPr/>
          <p:nvPr/>
        </p:nvSpPr>
        <p:spPr>
          <a:xfrm>
            <a:off x="187500" y="4972975"/>
            <a:ext cx="1796700" cy="301200"/>
          </a:xfrm>
          <a:prstGeom prst="rect">
            <a:avLst/>
          </a:prstGeom>
          <a:noFill/>
          <a:ln cap="flat" cmpd="sng" w="28575">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2" name="Google Shape;282;p25"/>
          <p:cNvCxnSpPr>
            <a:stCxn id="281" idx="0"/>
            <a:endCxn id="283" idx="1"/>
          </p:cNvCxnSpPr>
          <p:nvPr/>
        </p:nvCxnSpPr>
        <p:spPr>
          <a:xfrm rot="-5400000">
            <a:off x="1215600" y="4472125"/>
            <a:ext cx="371100" cy="630600"/>
          </a:xfrm>
          <a:prstGeom prst="bentConnector2">
            <a:avLst/>
          </a:prstGeom>
          <a:noFill/>
          <a:ln cap="flat" cmpd="sng" w="9525">
            <a:solidFill>
              <a:srgbClr val="F6B26B"/>
            </a:solidFill>
            <a:prstDash val="solid"/>
            <a:round/>
            <a:headEnd len="med" w="med" type="none"/>
            <a:tailEnd len="med" w="med" type="triangle"/>
          </a:ln>
        </p:spPr>
      </p:cxnSp>
      <p:sp>
        <p:nvSpPr>
          <p:cNvPr id="283" name="Google Shape;283;p25"/>
          <p:cNvSpPr txBox="1"/>
          <p:nvPr/>
        </p:nvSpPr>
        <p:spPr>
          <a:xfrm>
            <a:off x="1716375" y="4386300"/>
            <a:ext cx="943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s" sz="1600">
                <a:solidFill>
                  <a:srgbClr val="E69138"/>
                </a:solidFill>
                <a:latin typeface="Inter"/>
                <a:ea typeface="Inter"/>
                <a:cs typeface="Inter"/>
                <a:sym typeface="Inter"/>
              </a:rPr>
              <a:t>prompt</a:t>
            </a:r>
            <a:endParaRPr b="1" i="1" sz="1600">
              <a:solidFill>
                <a:srgbClr val="E69138"/>
              </a:solidFill>
              <a:latin typeface="Inter"/>
              <a:ea typeface="Inter"/>
              <a:cs typeface="Inter"/>
              <a:sym typeface="Inter"/>
            </a:endParaRPr>
          </a:p>
        </p:txBody>
      </p:sp>
      <p:sp>
        <p:nvSpPr>
          <p:cNvPr id="284" name="Google Shape;284;p25"/>
          <p:cNvSpPr txBox="1"/>
          <p:nvPr/>
        </p:nvSpPr>
        <p:spPr>
          <a:xfrm>
            <a:off x="1294800" y="6099150"/>
            <a:ext cx="943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s" sz="1600">
                <a:solidFill>
                  <a:srgbClr val="E69138"/>
                </a:solidFill>
                <a:latin typeface="Inter"/>
                <a:ea typeface="Inter"/>
                <a:cs typeface="Inter"/>
                <a:sym typeface="Inter"/>
              </a:rPr>
              <a:t>cursor</a:t>
            </a:r>
            <a:endParaRPr b="1" i="1" sz="1600">
              <a:solidFill>
                <a:srgbClr val="E69138"/>
              </a:solidFill>
              <a:latin typeface="Inter"/>
              <a:ea typeface="Inter"/>
              <a:cs typeface="Inter"/>
              <a:sym typeface="Inter"/>
            </a:endParaRPr>
          </a:p>
        </p:txBody>
      </p:sp>
      <p:cxnSp>
        <p:nvCxnSpPr>
          <p:cNvPr id="285" name="Google Shape;285;p25"/>
          <p:cNvCxnSpPr>
            <a:endCxn id="284" idx="0"/>
          </p:cNvCxnSpPr>
          <p:nvPr/>
        </p:nvCxnSpPr>
        <p:spPr>
          <a:xfrm>
            <a:off x="1766550" y="5269650"/>
            <a:ext cx="0" cy="829500"/>
          </a:xfrm>
          <a:prstGeom prst="straightConnector1">
            <a:avLst/>
          </a:prstGeom>
          <a:noFill/>
          <a:ln cap="flat" cmpd="sng" w="9525">
            <a:solidFill>
              <a:srgbClr val="E69138"/>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6"/>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6"/>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Información de los Comandos</a:t>
            </a:r>
            <a:endParaRPr b="0" sz="3200" u="none" cap="none" strike="noStrike">
              <a:solidFill>
                <a:srgbClr val="000000"/>
              </a:solidFill>
              <a:latin typeface="Inter Medium"/>
              <a:ea typeface="Inter Medium"/>
              <a:cs typeface="Inter Medium"/>
              <a:sym typeface="Inter Medium"/>
            </a:endParaRPr>
          </a:p>
        </p:txBody>
      </p:sp>
      <p:sp>
        <p:nvSpPr>
          <p:cNvPr id="292" name="Google Shape;292;p26"/>
          <p:cNvSpPr txBox="1"/>
          <p:nvPr/>
        </p:nvSpPr>
        <p:spPr>
          <a:xfrm>
            <a:off x="0" y="758100"/>
            <a:ext cx="9144000" cy="5806200"/>
          </a:xfrm>
          <a:prstGeom prst="rect">
            <a:avLst/>
          </a:prstGeom>
          <a:noFill/>
          <a:ln>
            <a:noFill/>
          </a:ln>
        </p:spPr>
        <p:txBody>
          <a:bodyPr anchorCtr="0" anchor="t" bIns="91425" lIns="91425" spcFirstLastPara="1" rIns="91425" wrap="square" tIns="91425">
            <a:noAutofit/>
          </a:bodyPr>
          <a:lstStyle/>
          <a:p>
            <a:pPr indent="-342900" lvl="0" marL="457200" rtl="0" algn="l">
              <a:spcBef>
                <a:spcPts val="1000"/>
              </a:spcBef>
              <a:spcAft>
                <a:spcPts val="0"/>
              </a:spcAft>
              <a:buSzPts val="1800"/>
              <a:buChar char="●"/>
            </a:pPr>
            <a:r>
              <a:rPr lang="es" sz="1800">
                <a:solidFill>
                  <a:srgbClr val="000000"/>
                </a:solidFill>
                <a:latin typeface="Inter"/>
                <a:ea typeface="Inter"/>
                <a:cs typeface="Inter"/>
                <a:sym typeface="Inter"/>
              </a:rPr>
              <a:t>Las llamadas al sistema y las funciones de biblioteca están documentadas en las páginas de manual (ver </a:t>
            </a:r>
            <a:r>
              <a:rPr lang="es" sz="1800">
                <a:solidFill>
                  <a:srgbClr val="000000"/>
                </a:solidFill>
                <a:latin typeface="Consolas"/>
                <a:ea typeface="Consolas"/>
                <a:cs typeface="Consolas"/>
                <a:sym typeface="Consolas"/>
              </a:rPr>
              <a:t>man man</a:t>
            </a:r>
            <a:r>
              <a:rPr lang="es" sz="1800">
                <a:solidFill>
                  <a:srgbClr val="000000"/>
                </a:solidFill>
              </a:rPr>
              <a:t>):</a:t>
            </a:r>
            <a:endParaRPr sz="1800">
              <a:solidFill>
                <a:srgbClr val="000000"/>
              </a:solidFill>
            </a:endParaRPr>
          </a:p>
          <a:p>
            <a:pPr indent="-342900" lvl="1" marL="914400" rtl="0" algn="l">
              <a:spcBef>
                <a:spcPts val="1000"/>
              </a:spcBef>
              <a:spcAft>
                <a:spcPts val="0"/>
              </a:spcAft>
              <a:buClr>
                <a:srgbClr val="E69138"/>
              </a:buClr>
              <a:buSzPts val="1800"/>
              <a:buFont typeface="Inter"/>
              <a:buChar char="○"/>
            </a:pPr>
            <a:r>
              <a:rPr b="1" lang="es" sz="1800">
                <a:solidFill>
                  <a:srgbClr val="E69138"/>
                </a:solidFill>
                <a:latin typeface="Inter"/>
                <a:ea typeface="Inter"/>
                <a:cs typeface="Inter"/>
                <a:sym typeface="Inter"/>
              </a:rPr>
              <a:t>Sección 1: Comandos y aplicaciones</a:t>
            </a:r>
            <a:endParaRPr b="1" sz="1800">
              <a:solidFill>
                <a:srgbClr val="E69138"/>
              </a:solidFill>
              <a:latin typeface="Inter"/>
              <a:ea typeface="Inter"/>
              <a:cs typeface="Inter"/>
              <a:sym typeface="Inter"/>
            </a:endParaRPr>
          </a:p>
          <a:p>
            <a:pPr indent="-342900" lvl="1" marL="914400" rtl="0" algn="l">
              <a:spcBef>
                <a:spcPts val="1000"/>
              </a:spcBef>
              <a:spcAft>
                <a:spcPts val="0"/>
              </a:spcAft>
              <a:buClr>
                <a:srgbClr val="E69138"/>
              </a:buClr>
              <a:buSzPts val="1800"/>
              <a:buFont typeface="Inter"/>
              <a:buChar char="○"/>
            </a:pPr>
            <a:r>
              <a:rPr b="1" lang="es" sz="1800">
                <a:solidFill>
                  <a:srgbClr val="E69138"/>
                </a:solidFill>
                <a:latin typeface="Inter"/>
                <a:ea typeface="Inter"/>
                <a:cs typeface="Inter"/>
                <a:sym typeface="Inter"/>
              </a:rPr>
              <a:t>Sección 2: Llamadas al sistema</a:t>
            </a:r>
            <a:endParaRPr b="1" sz="1800">
              <a:solidFill>
                <a:srgbClr val="E69138"/>
              </a:solidFill>
              <a:latin typeface="Inter"/>
              <a:ea typeface="Inter"/>
              <a:cs typeface="Inter"/>
              <a:sym typeface="Inter"/>
            </a:endParaRPr>
          </a:p>
          <a:p>
            <a:pPr indent="-342900" lvl="1" marL="914400" rtl="0" algn="l">
              <a:spcBef>
                <a:spcPts val="1000"/>
              </a:spcBef>
              <a:spcAft>
                <a:spcPts val="0"/>
              </a:spcAft>
              <a:buClr>
                <a:srgbClr val="E69138"/>
              </a:buClr>
              <a:buSzPts val="1800"/>
              <a:buFont typeface="Inter"/>
              <a:buChar char="○"/>
            </a:pPr>
            <a:r>
              <a:rPr b="1" lang="es" sz="1800">
                <a:solidFill>
                  <a:srgbClr val="E69138"/>
                </a:solidFill>
                <a:latin typeface="Inter"/>
                <a:ea typeface="Inter"/>
                <a:cs typeface="Inter"/>
                <a:sym typeface="Inter"/>
              </a:rPr>
              <a:t>Sección 3: Funciones de biblioteca</a:t>
            </a:r>
            <a:endParaRPr b="1" sz="1800">
              <a:solidFill>
                <a:srgbClr val="E69138"/>
              </a:solidFill>
              <a:latin typeface="Inter"/>
              <a:ea typeface="Inter"/>
              <a:cs typeface="Inter"/>
              <a:sym typeface="Inter"/>
            </a:endParaRPr>
          </a:p>
          <a:p>
            <a:pPr indent="-342900" lvl="1" marL="914400" rtl="0" algn="l">
              <a:spcBef>
                <a:spcPts val="1000"/>
              </a:spcBef>
              <a:spcAft>
                <a:spcPts val="0"/>
              </a:spcAft>
              <a:buSzPts val="1800"/>
              <a:buFont typeface="Inter"/>
              <a:buChar char="○"/>
            </a:pPr>
            <a:r>
              <a:rPr lang="es" sz="1800">
                <a:solidFill>
                  <a:srgbClr val="000000"/>
                </a:solidFill>
                <a:latin typeface="Inter"/>
                <a:ea typeface="Inter"/>
                <a:cs typeface="Inter"/>
                <a:sym typeface="Inter"/>
              </a:rPr>
              <a:t>Sección 4: Dispositivos y ficheros especiales</a:t>
            </a:r>
            <a:endParaRPr sz="1800">
              <a:solidFill>
                <a:srgbClr val="000000"/>
              </a:solidFill>
              <a:latin typeface="Inter"/>
              <a:ea typeface="Inter"/>
              <a:cs typeface="Inter"/>
              <a:sym typeface="Inter"/>
            </a:endParaRPr>
          </a:p>
          <a:p>
            <a:pPr indent="-342900" lvl="1" marL="914400" rtl="0" algn="l">
              <a:spcBef>
                <a:spcPts val="1000"/>
              </a:spcBef>
              <a:spcAft>
                <a:spcPts val="0"/>
              </a:spcAft>
              <a:buSzPts val="1800"/>
              <a:buFont typeface="Inter"/>
              <a:buChar char="○"/>
            </a:pPr>
            <a:r>
              <a:rPr lang="es" sz="1800">
                <a:solidFill>
                  <a:srgbClr val="000000"/>
                </a:solidFill>
                <a:latin typeface="Inter"/>
                <a:ea typeface="Inter"/>
                <a:cs typeface="Inter"/>
                <a:sym typeface="Inter"/>
              </a:rPr>
              <a:t>Sección 5: Formatos de ficheros y convenciones</a:t>
            </a:r>
            <a:endParaRPr sz="1800">
              <a:solidFill>
                <a:srgbClr val="000000"/>
              </a:solidFill>
              <a:latin typeface="Inter"/>
              <a:ea typeface="Inter"/>
              <a:cs typeface="Inter"/>
              <a:sym typeface="Inter"/>
            </a:endParaRPr>
          </a:p>
          <a:p>
            <a:pPr indent="-342900" lvl="1" marL="914400" rtl="0" algn="l">
              <a:spcBef>
                <a:spcPts val="1000"/>
              </a:spcBef>
              <a:spcAft>
                <a:spcPts val="0"/>
              </a:spcAft>
              <a:buSzPts val="1800"/>
              <a:buFont typeface="Inter"/>
              <a:buChar char="○"/>
            </a:pPr>
            <a:r>
              <a:rPr lang="es" sz="1800">
                <a:solidFill>
                  <a:srgbClr val="000000"/>
                </a:solidFill>
                <a:latin typeface="Inter"/>
                <a:ea typeface="Inter"/>
                <a:cs typeface="Inter"/>
                <a:sym typeface="Inter"/>
              </a:rPr>
              <a:t>Sección 6: Demostraciones y juegos</a:t>
            </a:r>
            <a:endParaRPr sz="1800">
              <a:solidFill>
                <a:srgbClr val="000000"/>
              </a:solidFill>
              <a:latin typeface="Inter"/>
              <a:ea typeface="Inter"/>
              <a:cs typeface="Inter"/>
              <a:sym typeface="Inter"/>
            </a:endParaRPr>
          </a:p>
          <a:p>
            <a:pPr indent="-342900" lvl="1" marL="914400" rtl="0" algn="l">
              <a:spcBef>
                <a:spcPts val="1000"/>
              </a:spcBef>
              <a:spcAft>
                <a:spcPts val="0"/>
              </a:spcAft>
              <a:buClr>
                <a:srgbClr val="E69138"/>
              </a:buClr>
              <a:buSzPts val="1800"/>
              <a:buFont typeface="Inter"/>
              <a:buChar char="○"/>
            </a:pPr>
            <a:r>
              <a:rPr b="1" lang="es" sz="1800">
                <a:solidFill>
                  <a:srgbClr val="E69138"/>
                </a:solidFill>
                <a:latin typeface="Inter"/>
                <a:ea typeface="Inter"/>
                <a:cs typeface="Inter"/>
                <a:sym typeface="Inter"/>
              </a:rPr>
              <a:t>Sección 7: Miscelánea (convenciones</a:t>
            </a:r>
            <a:r>
              <a:rPr b="1" lang="es" sz="1800">
                <a:solidFill>
                  <a:srgbClr val="E69138"/>
                </a:solidFill>
                <a:latin typeface="Inter"/>
                <a:ea typeface="Inter"/>
                <a:cs typeface="Inter"/>
                <a:sym typeface="Inter"/>
              </a:rPr>
              <a:t>,</a:t>
            </a:r>
            <a:r>
              <a:rPr b="1" lang="es" sz="1800">
                <a:solidFill>
                  <a:srgbClr val="E69138"/>
                </a:solidFill>
                <a:latin typeface="Inter"/>
                <a:ea typeface="Inter"/>
                <a:cs typeface="Inter"/>
                <a:sym typeface="Inter"/>
              </a:rPr>
              <a:t> protocolos, señales</a:t>
            </a:r>
            <a:r>
              <a:rPr b="1" lang="es" sz="1800">
                <a:solidFill>
                  <a:srgbClr val="E69138"/>
                </a:solidFill>
                <a:latin typeface="Inter"/>
                <a:ea typeface="Inter"/>
                <a:cs typeface="Inter"/>
                <a:sym typeface="Inter"/>
              </a:rPr>
              <a:t>.</a:t>
            </a:r>
            <a:r>
              <a:rPr b="1" lang="es" sz="1800">
                <a:solidFill>
                  <a:srgbClr val="E69138"/>
                </a:solidFill>
                <a:latin typeface="Inter"/>
                <a:ea typeface="Inter"/>
                <a:cs typeface="Inter"/>
                <a:sym typeface="Inter"/>
              </a:rPr>
              <a:t>..)</a:t>
            </a:r>
            <a:endParaRPr b="1" sz="1800">
              <a:solidFill>
                <a:srgbClr val="E69138"/>
              </a:solidFill>
              <a:latin typeface="Inter"/>
              <a:ea typeface="Inter"/>
              <a:cs typeface="Inter"/>
              <a:sym typeface="Inter"/>
            </a:endParaRPr>
          </a:p>
          <a:p>
            <a:pPr indent="-342900" lvl="1" marL="914400" rtl="0" algn="l">
              <a:spcBef>
                <a:spcPts val="1000"/>
              </a:spcBef>
              <a:spcAft>
                <a:spcPts val="0"/>
              </a:spcAft>
              <a:buSzPts val="1800"/>
              <a:buFont typeface="Inter"/>
              <a:buChar char="○"/>
            </a:pPr>
            <a:r>
              <a:rPr lang="es" sz="1800">
                <a:solidFill>
                  <a:srgbClr val="000000"/>
                </a:solidFill>
                <a:latin typeface="Inter"/>
                <a:ea typeface="Inter"/>
                <a:cs typeface="Inter"/>
                <a:sym typeface="Inter"/>
              </a:rPr>
              <a:t>Sección 8: Comandos de administración del sistema (superusuario)</a:t>
            </a:r>
            <a:endParaRPr sz="1800">
              <a:solidFill>
                <a:srgbClr val="000000"/>
              </a:solidFill>
              <a:latin typeface="Inter"/>
              <a:ea typeface="Inter"/>
              <a:cs typeface="Inter"/>
              <a:sym typeface="Inter"/>
            </a:endParaRPr>
          </a:p>
          <a:p>
            <a:pPr indent="-342900" lvl="1" marL="914400" rtl="0" algn="l">
              <a:spcBef>
                <a:spcPts val="1000"/>
              </a:spcBef>
              <a:spcAft>
                <a:spcPts val="0"/>
              </a:spcAft>
              <a:buClr>
                <a:srgbClr val="E69138"/>
              </a:buClr>
              <a:buSzPts val="1800"/>
              <a:buFont typeface="Inter"/>
              <a:buChar char="○"/>
            </a:pPr>
            <a:r>
              <a:rPr b="1" lang="es" sz="1800">
                <a:solidFill>
                  <a:srgbClr val="E69138"/>
                </a:solidFill>
                <a:latin typeface="Inter"/>
                <a:ea typeface="Inter"/>
                <a:cs typeface="Inter"/>
                <a:sym typeface="Inter"/>
              </a:rPr>
              <a:t>Sección 9: Documentación del núcleo y desarrollo de </a:t>
            </a:r>
            <a:r>
              <a:rPr b="1" i="1" lang="es" sz="1800">
                <a:solidFill>
                  <a:srgbClr val="E69138"/>
                </a:solidFill>
                <a:latin typeface="Inter"/>
                <a:ea typeface="Inter"/>
                <a:cs typeface="Inter"/>
                <a:sym typeface="Inter"/>
              </a:rPr>
              <a:t>drivers</a:t>
            </a:r>
            <a:endParaRPr b="1" i="1" sz="1800">
              <a:solidFill>
                <a:srgbClr val="E69138"/>
              </a:solidFill>
              <a:latin typeface="Inter"/>
              <a:ea typeface="Inter"/>
              <a:cs typeface="Inter"/>
              <a:sym typeface="Inter"/>
            </a:endParaRPr>
          </a:p>
          <a:p>
            <a:pPr indent="-342900" lvl="0" marL="457200" rtl="0" algn="l">
              <a:spcBef>
                <a:spcPts val="1000"/>
              </a:spcBef>
              <a:spcAft>
                <a:spcPts val="0"/>
              </a:spcAft>
              <a:buSzPts val="1800"/>
              <a:buChar char="●"/>
            </a:pPr>
            <a:r>
              <a:rPr lang="es" sz="1800">
                <a:solidFill>
                  <a:srgbClr val="000000"/>
                </a:solidFill>
              </a:rPr>
              <a:t>El formato general de consulta es:	</a:t>
            </a:r>
            <a:r>
              <a:rPr lang="es" sz="1800">
                <a:solidFill>
                  <a:srgbClr val="000000"/>
                </a:solidFill>
                <a:latin typeface="Consolas"/>
                <a:ea typeface="Consolas"/>
                <a:cs typeface="Consolas"/>
                <a:sym typeface="Consolas"/>
              </a:rPr>
              <a:t>man [</a:t>
            </a:r>
            <a:r>
              <a:rPr i="1" lang="es" sz="1800">
                <a:solidFill>
                  <a:srgbClr val="000000"/>
                </a:solidFill>
                <a:latin typeface="Consolas"/>
                <a:ea typeface="Consolas"/>
                <a:cs typeface="Consolas"/>
                <a:sym typeface="Consolas"/>
              </a:rPr>
              <a:t>sección</a:t>
            </a:r>
            <a:r>
              <a:rPr lang="es" sz="1800">
                <a:solidFill>
                  <a:srgbClr val="000000"/>
                </a:solidFill>
                <a:latin typeface="Consolas"/>
                <a:ea typeface="Consolas"/>
                <a:cs typeface="Consolas"/>
                <a:sym typeface="Consolas"/>
              </a:rPr>
              <a:t>] </a:t>
            </a:r>
            <a:r>
              <a:rPr i="1" lang="es" sz="1800">
                <a:solidFill>
                  <a:srgbClr val="000000"/>
                </a:solidFill>
                <a:latin typeface="Consolas"/>
                <a:ea typeface="Consolas"/>
                <a:cs typeface="Consolas"/>
                <a:sym typeface="Consolas"/>
              </a:rPr>
              <a:t>página</a:t>
            </a:r>
            <a:endParaRPr i="1" sz="1800">
              <a:solidFill>
                <a:srgbClr val="000000"/>
              </a:solidFill>
              <a:latin typeface="Consolas"/>
              <a:ea typeface="Consolas"/>
              <a:cs typeface="Consolas"/>
              <a:sym typeface="Consolas"/>
            </a:endParaRPr>
          </a:p>
          <a:p>
            <a:pPr indent="-342900" lvl="0" marL="457200" rtl="0" algn="l">
              <a:spcBef>
                <a:spcPts val="1000"/>
              </a:spcBef>
              <a:spcAft>
                <a:spcPts val="0"/>
              </a:spcAft>
              <a:buSzPts val="1800"/>
              <a:buChar char="●"/>
            </a:pPr>
            <a:r>
              <a:rPr lang="es" sz="1800">
                <a:solidFill>
                  <a:srgbClr val="000000"/>
                </a:solidFill>
              </a:rPr>
              <a:t>La sección del manual se especifica seguida de la página, en la forma: </a:t>
            </a:r>
            <a:r>
              <a:rPr lang="es" sz="1800">
                <a:solidFill>
                  <a:srgbClr val="000000"/>
                </a:solidFill>
                <a:latin typeface="Consolas"/>
                <a:ea typeface="Consolas"/>
                <a:cs typeface="Consolas"/>
                <a:sym typeface="Consolas"/>
              </a:rPr>
              <a:t>open(2)</a:t>
            </a:r>
            <a:endParaRPr sz="1800">
              <a:solidFill>
                <a:srgbClr val="000000"/>
              </a:solidFill>
              <a:latin typeface="Consolas"/>
              <a:ea typeface="Consolas"/>
              <a:cs typeface="Consolas"/>
              <a:sym typeface="Consolas"/>
            </a:endParaRPr>
          </a:p>
          <a:p>
            <a:pPr indent="-342900" lvl="0" marL="457200" rtl="0" algn="l">
              <a:spcBef>
                <a:spcPts val="1000"/>
              </a:spcBef>
              <a:spcAft>
                <a:spcPts val="0"/>
              </a:spcAft>
              <a:buSzPts val="1800"/>
              <a:buChar char="●"/>
            </a:pPr>
            <a:r>
              <a:rPr lang="es" sz="1800">
                <a:solidFill>
                  <a:srgbClr val="000000"/>
                </a:solidFill>
              </a:rPr>
              <a:t>El uso de </a:t>
            </a:r>
            <a:r>
              <a:rPr lang="es" sz="1800">
                <a:solidFill>
                  <a:srgbClr val="000000"/>
                </a:solidFill>
                <a:latin typeface="Consolas"/>
                <a:ea typeface="Consolas"/>
                <a:cs typeface="Consolas"/>
                <a:sym typeface="Consolas"/>
              </a:rPr>
              <a:t>-k </a:t>
            </a:r>
            <a:r>
              <a:rPr i="1" lang="es" sz="1800">
                <a:solidFill>
                  <a:srgbClr val="000000"/>
                </a:solidFill>
                <a:latin typeface="Consolas"/>
                <a:ea typeface="Consolas"/>
                <a:cs typeface="Consolas"/>
                <a:sym typeface="Consolas"/>
              </a:rPr>
              <a:t>keyword</a:t>
            </a:r>
            <a:r>
              <a:rPr lang="es" sz="1800">
                <a:solidFill>
                  <a:srgbClr val="000000"/>
                </a:solidFill>
              </a:rPr>
              <a:t> es útil para buscar páginas específicas</a:t>
            </a:r>
            <a:r>
              <a:rPr lang="es" sz="1800"/>
              <a:t>.</a:t>
            </a:r>
            <a:endParaRPr sz="1800">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7"/>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7"/>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Variables</a:t>
            </a:r>
            <a:r>
              <a:rPr b="0" lang="es" sz="3200">
                <a:solidFill>
                  <a:srgbClr val="000000"/>
                </a:solidFill>
                <a:latin typeface="Inter Medium"/>
                <a:ea typeface="Inter Medium"/>
                <a:cs typeface="Inter Medium"/>
                <a:sym typeface="Inter Medium"/>
              </a:rPr>
              <a:t> de Entorno (I)</a:t>
            </a:r>
            <a:endParaRPr b="0" sz="3200" u="none" cap="none" strike="noStrike">
              <a:solidFill>
                <a:srgbClr val="000000"/>
              </a:solidFill>
              <a:latin typeface="Inter Medium"/>
              <a:ea typeface="Inter Medium"/>
              <a:cs typeface="Inter Medium"/>
              <a:sym typeface="Inter Medium"/>
            </a:endParaRPr>
          </a:p>
        </p:txBody>
      </p:sp>
      <p:sp>
        <p:nvSpPr>
          <p:cNvPr id="299" name="Google Shape;299;p27"/>
          <p:cNvSpPr txBox="1"/>
          <p:nvPr/>
        </p:nvSpPr>
        <p:spPr>
          <a:xfrm>
            <a:off x="0" y="716111"/>
            <a:ext cx="9144000" cy="2931600"/>
          </a:xfrm>
          <a:prstGeom prst="rect">
            <a:avLst/>
          </a:prstGeom>
          <a:noFill/>
          <a:ln>
            <a:noFill/>
          </a:ln>
        </p:spPr>
        <p:txBody>
          <a:bodyPr anchorCtr="0" anchor="t" bIns="91425" lIns="91425" spcFirstLastPara="1" rIns="91425" wrap="square" tIns="91425">
            <a:noAutofit/>
          </a:bodyPr>
          <a:lstStyle/>
          <a:p>
            <a:pPr indent="-342900" lvl="0" marL="457200" rtl="0" algn="l">
              <a:spcBef>
                <a:spcPts val="1000"/>
              </a:spcBef>
              <a:spcAft>
                <a:spcPts val="0"/>
              </a:spcAft>
              <a:buSzPts val="1800"/>
              <a:buChar char="●"/>
            </a:pPr>
            <a:r>
              <a:rPr lang="es" sz="1800">
                <a:latin typeface="Inter"/>
                <a:ea typeface="Inter"/>
                <a:cs typeface="Inter"/>
                <a:sym typeface="Inter"/>
              </a:rPr>
              <a:t>Todos los procesos (y por tanto la </a:t>
            </a:r>
            <a:r>
              <a:rPr i="1" lang="es" sz="1800">
                <a:latin typeface="Inter"/>
                <a:ea typeface="Inter"/>
                <a:cs typeface="Inter"/>
                <a:sym typeface="Inter"/>
              </a:rPr>
              <a:t>shell</a:t>
            </a:r>
            <a:r>
              <a:rPr lang="es" sz="1800">
                <a:latin typeface="Inter"/>
                <a:ea typeface="Inter"/>
                <a:cs typeface="Inter"/>
                <a:sym typeface="Inter"/>
              </a:rPr>
              <a:t>) tiene asociado un </a:t>
            </a:r>
            <a:r>
              <a:rPr b="1" i="1" lang="es" sz="1800">
                <a:solidFill>
                  <a:srgbClr val="E69138"/>
                </a:solidFill>
                <a:latin typeface="Inter"/>
                <a:ea typeface="Inter"/>
                <a:cs typeface="Inter"/>
                <a:sym typeface="Inter"/>
              </a:rPr>
              <a:t>entorno</a:t>
            </a:r>
            <a:r>
              <a:rPr b="1" lang="es" sz="1800">
                <a:solidFill>
                  <a:srgbClr val="E69138"/>
                </a:solidFill>
                <a:latin typeface="Inter"/>
                <a:ea typeface="Inter"/>
                <a:cs typeface="Inter"/>
                <a:sym typeface="Inter"/>
              </a:rPr>
              <a:t>,</a:t>
            </a:r>
            <a:r>
              <a:rPr b="1" i="1" lang="es" sz="1800">
                <a:latin typeface="Inter"/>
                <a:ea typeface="Inter"/>
                <a:cs typeface="Inter"/>
                <a:sym typeface="Inter"/>
              </a:rPr>
              <a:t> </a:t>
            </a:r>
            <a:r>
              <a:rPr lang="es" sz="1800">
                <a:latin typeface="Inter"/>
                <a:ea typeface="Inter"/>
                <a:cs typeface="Inter"/>
                <a:sym typeface="Inter"/>
              </a:rPr>
              <a:t>definido por una lista de pares nombre valor (</a:t>
            </a:r>
            <a:r>
              <a:rPr b="1" lang="es" sz="1800">
                <a:solidFill>
                  <a:srgbClr val="E69138"/>
                </a:solidFill>
                <a:latin typeface="Inter"/>
                <a:ea typeface="Inter"/>
                <a:cs typeface="Inter"/>
                <a:sym typeface="Inter"/>
              </a:rPr>
              <a:t>variable de entorno</a:t>
            </a:r>
            <a:r>
              <a:rPr lang="es" sz="1800">
                <a:latin typeface="Inter"/>
                <a:ea typeface="Inter"/>
                <a:cs typeface="Inter"/>
                <a:sym typeface="Inter"/>
              </a:rPr>
              <a:t>). Ejemplos</a:t>
            </a:r>
            <a:r>
              <a:rPr lang="es" sz="1800">
                <a:solidFill>
                  <a:srgbClr val="000000"/>
                </a:solidFill>
                <a:latin typeface="Inter"/>
                <a:ea typeface="Inter"/>
                <a:cs typeface="Inter"/>
                <a:sym typeface="Inter"/>
              </a:rPr>
              <a:t>:</a:t>
            </a:r>
            <a:endParaRPr sz="1800">
              <a:solidFill>
                <a:srgbClr val="000000"/>
              </a:solidFill>
              <a:latin typeface="Inter"/>
              <a:ea typeface="Inter"/>
              <a:cs typeface="Inter"/>
              <a:sym typeface="Inter"/>
            </a:endParaRPr>
          </a:p>
          <a:p>
            <a:pPr indent="-342900" lvl="1" marL="914400" rtl="0" algn="l">
              <a:spcBef>
                <a:spcPts val="1000"/>
              </a:spcBef>
              <a:spcAft>
                <a:spcPts val="0"/>
              </a:spcAft>
              <a:buSzPts val="1800"/>
              <a:buFont typeface="Inter"/>
              <a:buChar char="○"/>
            </a:pPr>
            <a:r>
              <a:rPr lang="es" sz="1800">
                <a:latin typeface="Inter"/>
                <a:ea typeface="Inter"/>
                <a:cs typeface="Inter"/>
                <a:sym typeface="Inter"/>
              </a:rPr>
              <a:t>USER, el nombre de usuario</a:t>
            </a:r>
            <a:endParaRPr sz="1800">
              <a:latin typeface="Inter"/>
              <a:ea typeface="Inter"/>
              <a:cs typeface="Inter"/>
              <a:sym typeface="Inter"/>
            </a:endParaRPr>
          </a:p>
          <a:p>
            <a:pPr indent="-342900" lvl="1" marL="914400" rtl="0" algn="l">
              <a:spcBef>
                <a:spcPts val="1000"/>
              </a:spcBef>
              <a:spcAft>
                <a:spcPts val="0"/>
              </a:spcAft>
              <a:buSzPts val="1800"/>
              <a:buFont typeface="Inter"/>
              <a:buChar char="○"/>
            </a:pPr>
            <a:r>
              <a:rPr lang="es" sz="1800">
                <a:latin typeface="Inter"/>
                <a:ea typeface="Inter"/>
                <a:cs typeface="Inter"/>
                <a:sym typeface="Inter"/>
              </a:rPr>
              <a:t>HOME, el directorio del usuario</a:t>
            </a:r>
            <a:endParaRPr sz="1800">
              <a:latin typeface="Inter"/>
              <a:ea typeface="Inter"/>
              <a:cs typeface="Inter"/>
              <a:sym typeface="Inter"/>
            </a:endParaRPr>
          </a:p>
          <a:p>
            <a:pPr indent="-342900" lvl="1" marL="914400" rtl="0" algn="l">
              <a:spcBef>
                <a:spcPts val="1000"/>
              </a:spcBef>
              <a:spcAft>
                <a:spcPts val="0"/>
              </a:spcAft>
              <a:buSzPts val="1800"/>
              <a:buFont typeface="Inter"/>
              <a:buChar char="○"/>
            </a:pPr>
            <a:r>
              <a:rPr lang="es" sz="1800">
                <a:latin typeface="Inter"/>
                <a:ea typeface="Inter"/>
                <a:cs typeface="Inter"/>
                <a:sym typeface="Inter"/>
              </a:rPr>
              <a:t>SHELL, la shell en uso</a:t>
            </a:r>
            <a:endParaRPr b="1" i="1" sz="1800">
              <a:solidFill>
                <a:srgbClr val="E69138"/>
              </a:solidFill>
              <a:latin typeface="Inter"/>
              <a:ea typeface="Inter"/>
              <a:cs typeface="Inter"/>
              <a:sym typeface="Inter"/>
            </a:endParaRPr>
          </a:p>
          <a:p>
            <a:pPr indent="-342900" lvl="0" marL="457200" rtl="0" algn="l">
              <a:spcBef>
                <a:spcPts val="1000"/>
              </a:spcBef>
              <a:spcAft>
                <a:spcPts val="0"/>
              </a:spcAft>
              <a:buSzPts val="1800"/>
              <a:buChar char="●"/>
            </a:pPr>
            <a:r>
              <a:rPr lang="es" sz="1800">
                <a:latin typeface="Inter"/>
                <a:ea typeface="Inter"/>
                <a:cs typeface="Inter"/>
                <a:sym typeface="Inter"/>
              </a:rPr>
              <a:t>El valor de una variable se puede acceder con el operador </a:t>
            </a:r>
            <a:r>
              <a:rPr b="1" lang="es" sz="1800">
                <a:solidFill>
                  <a:srgbClr val="E69138"/>
                </a:solidFill>
                <a:latin typeface="Inter"/>
                <a:ea typeface="Inter"/>
                <a:cs typeface="Inter"/>
                <a:sym typeface="Inter"/>
              </a:rPr>
              <a:t>$</a:t>
            </a:r>
            <a:r>
              <a:rPr lang="es" sz="1800">
                <a:latin typeface="Inter"/>
                <a:ea typeface="Inter"/>
                <a:cs typeface="Inter"/>
                <a:sym typeface="Inter"/>
              </a:rPr>
              <a:t> (</a:t>
            </a:r>
            <a:r>
              <a:rPr lang="es" sz="1800">
                <a:latin typeface="Consolas"/>
                <a:ea typeface="Consolas"/>
                <a:cs typeface="Consolas"/>
                <a:sym typeface="Consolas"/>
              </a:rPr>
              <a:t>$USER</a:t>
            </a:r>
            <a:r>
              <a:rPr lang="es" sz="1800">
                <a:latin typeface="Inter"/>
                <a:ea typeface="Inter"/>
                <a:cs typeface="Inter"/>
                <a:sym typeface="Inter"/>
              </a:rPr>
              <a:t>)</a:t>
            </a:r>
            <a:endParaRPr sz="1800">
              <a:latin typeface="Inter"/>
              <a:ea typeface="Inter"/>
              <a:cs typeface="Inter"/>
              <a:sym typeface="Inter"/>
            </a:endParaRPr>
          </a:p>
          <a:p>
            <a:pPr indent="-342900" lvl="0" marL="457200" rtl="0" algn="l">
              <a:spcBef>
                <a:spcPts val="1000"/>
              </a:spcBef>
              <a:spcAft>
                <a:spcPts val="0"/>
              </a:spcAft>
              <a:buSzPts val="1800"/>
              <a:buChar char="●"/>
            </a:pPr>
            <a:r>
              <a:rPr lang="es" sz="1800">
                <a:latin typeface="Inter"/>
                <a:ea typeface="Inter"/>
                <a:cs typeface="Inter"/>
                <a:sym typeface="Inter"/>
              </a:rPr>
              <a:t>El valor de una variable se fija con el operador </a:t>
            </a:r>
            <a:r>
              <a:rPr b="1" lang="es" sz="1800">
                <a:solidFill>
                  <a:srgbClr val="E69138"/>
                </a:solidFill>
                <a:latin typeface="Inter"/>
                <a:ea typeface="Inter"/>
                <a:cs typeface="Inter"/>
                <a:sym typeface="Inter"/>
              </a:rPr>
              <a:t>=</a:t>
            </a:r>
            <a:r>
              <a:rPr lang="es" sz="1800">
                <a:latin typeface="Inter"/>
                <a:ea typeface="Inter"/>
                <a:cs typeface="Inter"/>
                <a:sym typeface="Inter"/>
              </a:rPr>
              <a:t> (</a:t>
            </a:r>
            <a:r>
              <a:rPr lang="es" sz="1800">
                <a:latin typeface="Consolas"/>
                <a:ea typeface="Consolas"/>
                <a:cs typeface="Consolas"/>
                <a:sym typeface="Consolas"/>
              </a:rPr>
              <a:t>MI_VARIABLE=”Hola”</a:t>
            </a:r>
            <a:r>
              <a:rPr lang="es" sz="1800">
                <a:latin typeface="Inter"/>
                <a:ea typeface="Inter"/>
                <a:cs typeface="Inter"/>
                <a:sym typeface="Inter"/>
              </a:rPr>
              <a:t>)</a:t>
            </a:r>
            <a:endParaRPr sz="1800">
              <a:latin typeface="Inter"/>
              <a:ea typeface="Inter"/>
              <a:cs typeface="Inter"/>
              <a:sym typeface="Inter"/>
            </a:endParaRPr>
          </a:p>
        </p:txBody>
      </p:sp>
      <p:sp>
        <p:nvSpPr>
          <p:cNvPr id="300" name="Google Shape;300;p27"/>
          <p:cNvSpPr txBox="1"/>
          <p:nvPr/>
        </p:nvSpPr>
        <p:spPr>
          <a:xfrm>
            <a:off x="-11675" y="3754500"/>
            <a:ext cx="91440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E69138"/>
                </a:solidFill>
                <a:latin typeface="Inter"/>
                <a:ea typeface="Inter"/>
                <a:cs typeface="Inter"/>
                <a:sym typeface="Inter"/>
              </a:rPr>
              <a:t>El </a:t>
            </a:r>
            <a:r>
              <a:rPr b="1" lang="es" sz="1800">
                <a:solidFill>
                  <a:srgbClr val="E69138"/>
                </a:solidFill>
                <a:latin typeface="Inter"/>
                <a:ea typeface="Inter"/>
                <a:cs typeface="Inter"/>
                <a:sym typeface="Inter"/>
              </a:rPr>
              <a:t>entrecomillado</a:t>
            </a:r>
            <a:r>
              <a:rPr b="1" lang="es" sz="1800">
                <a:solidFill>
                  <a:srgbClr val="E69138"/>
                </a:solidFill>
                <a:latin typeface="Inter"/>
                <a:ea typeface="Inter"/>
                <a:cs typeface="Inter"/>
                <a:sym typeface="Inter"/>
              </a:rPr>
              <a:t> en la shell</a:t>
            </a:r>
            <a:endParaRPr b="1" sz="1800">
              <a:solidFill>
                <a:srgbClr val="E69138"/>
              </a:solidFill>
              <a:latin typeface="Inter"/>
              <a:ea typeface="Inter"/>
              <a:cs typeface="Inter"/>
              <a:sym typeface="Inter"/>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Comillas dobles “, definen cadenas con resolución de variables</a:t>
            </a:r>
            <a:endParaRPr sz="1800">
              <a:solidFill>
                <a:schemeClr val="dk1"/>
              </a:solidFill>
              <a:latin typeface="Inter"/>
              <a:ea typeface="Inter"/>
              <a:cs typeface="Inter"/>
              <a:sym typeface="Inter"/>
            </a:endParaRPr>
          </a:p>
          <a:p>
            <a:pPr indent="0" lvl="0" marL="914400" rtl="0" algn="l">
              <a:spcBef>
                <a:spcPts val="1000"/>
              </a:spcBef>
              <a:spcAft>
                <a:spcPts val="0"/>
              </a:spcAft>
              <a:buNone/>
            </a:pPr>
            <a:r>
              <a:rPr b="1" lang="es" sz="1800">
                <a:solidFill>
                  <a:srgbClr val="E69138"/>
                </a:solidFill>
                <a:latin typeface="Consolas"/>
                <a:ea typeface="Consolas"/>
                <a:cs typeface="Consolas"/>
                <a:sym typeface="Consolas"/>
              </a:rPr>
              <a:t>“</a:t>
            </a:r>
            <a:r>
              <a:rPr lang="es" sz="1800">
                <a:solidFill>
                  <a:schemeClr val="dk1"/>
                </a:solidFill>
                <a:latin typeface="Consolas"/>
                <a:ea typeface="Consolas"/>
                <a:cs typeface="Consolas"/>
                <a:sym typeface="Consolas"/>
              </a:rPr>
              <a:t>El usuario es $USER</a:t>
            </a:r>
            <a:r>
              <a:rPr b="1" lang="es" sz="1800">
                <a:solidFill>
                  <a:srgbClr val="E69138"/>
                </a:solidFill>
                <a:latin typeface="Consolas"/>
                <a:ea typeface="Consolas"/>
                <a:cs typeface="Consolas"/>
                <a:sym typeface="Consolas"/>
              </a:rPr>
              <a:t>”</a:t>
            </a:r>
            <a:endParaRPr b="1" sz="1800">
              <a:solidFill>
                <a:srgbClr val="E69138"/>
              </a:solidFill>
              <a:latin typeface="Consolas"/>
              <a:ea typeface="Consolas"/>
              <a:cs typeface="Consolas"/>
              <a:sym typeface="Consolas"/>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Comillas s</a:t>
            </a:r>
            <a:r>
              <a:rPr lang="es" sz="1800">
                <a:solidFill>
                  <a:schemeClr val="dk1"/>
                </a:solidFill>
                <a:latin typeface="Inter"/>
                <a:ea typeface="Inter"/>
                <a:cs typeface="Inter"/>
                <a:sym typeface="Inter"/>
              </a:rPr>
              <a:t>encillas ‘ definen cadenas sin resoluci</a:t>
            </a:r>
            <a:r>
              <a:rPr lang="es" sz="1800">
                <a:solidFill>
                  <a:schemeClr val="dk1"/>
                </a:solidFill>
                <a:latin typeface="Inter"/>
                <a:ea typeface="Inter"/>
                <a:cs typeface="Inter"/>
                <a:sym typeface="Inter"/>
              </a:rPr>
              <a:t>ón de variables</a:t>
            </a:r>
            <a:endParaRPr sz="1800">
              <a:solidFill>
                <a:schemeClr val="dk1"/>
              </a:solidFill>
              <a:latin typeface="Inter"/>
              <a:ea typeface="Inter"/>
              <a:cs typeface="Inter"/>
              <a:sym typeface="Inter"/>
            </a:endParaRPr>
          </a:p>
          <a:p>
            <a:pPr indent="0" lvl="0" marL="457200" rtl="0" algn="l">
              <a:spcBef>
                <a:spcPts val="1000"/>
              </a:spcBef>
              <a:spcAft>
                <a:spcPts val="0"/>
              </a:spcAft>
              <a:buNone/>
            </a:pPr>
            <a:r>
              <a:rPr lang="es" sz="1800">
                <a:solidFill>
                  <a:schemeClr val="dk1"/>
                </a:solidFill>
                <a:latin typeface="Consolas"/>
                <a:ea typeface="Consolas"/>
                <a:cs typeface="Consolas"/>
                <a:sym typeface="Consolas"/>
              </a:rPr>
              <a:t>	</a:t>
            </a:r>
            <a:r>
              <a:rPr b="1" lang="es" sz="1800">
                <a:solidFill>
                  <a:srgbClr val="E69138"/>
                </a:solidFill>
                <a:latin typeface="Consolas"/>
                <a:ea typeface="Consolas"/>
                <a:cs typeface="Consolas"/>
                <a:sym typeface="Consolas"/>
              </a:rPr>
              <a:t>‘</a:t>
            </a:r>
            <a:r>
              <a:rPr lang="es" sz="1800">
                <a:solidFill>
                  <a:schemeClr val="dk1"/>
                </a:solidFill>
                <a:latin typeface="Consolas"/>
                <a:ea typeface="Consolas"/>
                <a:cs typeface="Consolas"/>
                <a:sym typeface="Consolas"/>
              </a:rPr>
              <a:t>El usuario es $USER</a:t>
            </a:r>
            <a:r>
              <a:rPr b="1" lang="es" sz="1800">
                <a:solidFill>
                  <a:srgbClr val="E69138"/>
                </a:solidFill>
                <a:latin typeface="Consolas"/>
                <a:ea typeface="Consolas"/>
                <a:cs typeface="Consolas"/>
                <a:sym typeface="Consolas"/>
              </a:rPr>
              <a:t>’</a:t>
            </a:r>
            <a:endParaRPr b="1" sz="1800">
              <a:solidFill>
                <a:srgbClr val="E69138"/>
              </a:solidFill>
              <a:latin typeface="Consolas"/>
              <a:ea typeface="Consolas"/>
              <a:cs typeface="Consolas"/>
              <a:sym typeface="Consolas"/>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Comillas de ejecución ` sustituye el valor por la ejecución del comando</a:t>
            </a:r>
            <a:endParaRPr sz="1800">
              <a:solidFill>
                <a:schemeClr val="dk1"/>
              </a:solidFill>
              <a:latin typeface="Inter"/>
              <a:ea typeface="Inter"/>
              <a:cs typeface="Inter"/>
              <a:sym typeface="Inter"/>
            </a:endParaRPr>
          </a:p>
          <a:p>
            <a:pPr indent="0" lvl="0" marL="914400" rtl="0" algn="l">
              <a:spcBef>
                <a:spcPts val="1000"/>
              </a:spcBef>
              <a:spcAft>
                <a:spcPts val="0"/>
              </a:spcAft>
              <a:buNone/>
            </a:pPr>
            <a:r>
              <a:rPr lang="es" sz="1800">
                <a:solidFill>
                  <a:schemeClr val="dk1"/>
                </a:solidFill>
                <a:latin typeface="Consolas"/>
                <a:ea typeface="Consolas"/>
                <a:cs typeface="Consolas"/>
                <a:sym typeface="Consolas"/>
              </a:rPr>
              <a:t>“El usuario es </a:t>
            </a:r>
            <a:r>
              <a:rPr b="1" lang="es" sz="1800">
                <a:solidFill>
                  <a:srgbClr val="E69138"/>
                </a:solidFill>
                <a:latin typeface="Consolas"/>
                <a:ea typeface="Consolas"/>
                <a:cs typeface="Consolas"/>
                <a:sym typeface="Consolas"/>
              </a:rPr>
              <a:t>`</a:t>
            </a:r>
            <a:r>
              <a:rPr lang="es" sz="1800">
                <a:solidFill>
                  <a:schemeClr val="dk1"/>
                </a:solidFill>
                <a:latin typeface="Consolas"/>
                <a:ea typeface="Consolas"/>
                <a:cs typeface="Consolas"/>
                <a:sym typeface="Consolas"/>
              </a:rPr>
              <a:t>whoami</a:t>
            </a:r>
            <a:r>
              <a:rPr b="1" lang="es" sz="1800">
                <a:solidFill>
                  <a:srgbClr val="E69138"/>
                </a:solidFill>
                <a:latin typeface="Consolas"/>
                <a:ea typeface="Consolas"/>
                <a:cs typeface="Consolas"/>
                <a:sym typeface="Consolas"/>
              </a:rPr>
              <a:t>`</a:t>
            </a:r>
            <a:r>
              <a:rPr lang="es" sz="1800">
                <a:solidFill>
                  <a:schemeClr val="dk1"/>
                </a:solidFill>
                <a:latin typeface="Consolas"/>
                <a:ea typeface="Consolas"/>
                <a:cs typeface="Consolas"/>
                <a:sym typeface="Consolas"/>
              </a:rPr>
              <a:t>”   </a:t>
            </a:r>
            <a:r>
              <a:rPr b="1" lang="es" sz="1800">
                <a:solidFill>
                  <a:schemeClr val="dk1"/>
                </a:solidFill>
                <a:latin typeface="Inter"/>
                <a:ea typeface="Inter"/>
                <a:cs typeface="Inter"/>
                <a:sym typeface="Inter"/>
              </a:rPr>
              <a:t>Nota</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$(whoami)</a:t>
            </a:r>
            <a:r>
              <a:rPr lang="es" sz="1800">
                <a:solidFill>
                  <a:schemeClr val="dk1"/>
                </a:solidFill>
                <a:latin typeface="Inter"/>
                <a:ea typeface="Inter"/>
                <a:cs typeface="Inter"/>
                <a:sym typeface="Inter"/>
              </a:rPr>
              <a:t> es equivalente</a:t>
            </a:r>
            <a:endParaRPr sz="1800">
              <a:solidFill>
                <a:schemeClr val="dk1"/>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8"/>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8"/>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Variables de Entorno (II)</a:t>
            </a:r>
            <a:endParaRPr b="0" sz="3200" u="none" cap="none" strike="noStrike">
              <a:solidFill>
                <a:srgbClr val="000000"/>
              </a:solidFill>
              <a:latin typeface="Inter Medium"/>
              <a:ea typeface="Inter Medium"/>
              <a:cs typeface="Inter Medium"/>
              <a:sym typeface="Inter Medium"/>
            </a:endParaRPr>
          </a:p>
        </p:txBody>
      </p:sp>
      <p:sp>
        <p:nvSpPr>
          <p:cNvPr id="307" name="Google Shape;307;p28"/>
          <p:cNvSpPr txBox="1"/>
          <p:nvPr/>
        </p:nvSpPr>
        <p:spPr>
          <a:xfrm>
            <a:off x="0" y="716111"/>
            <a:ext cx="9144000" cy="2931600"/>
          </a:xfrm>
          <a:prstGeom prst="rect">
            <a:avLst/>
          </a:prstGeom>
          <a:noFill/>
          <a:ln>
            <a:noFill/>
          </a:ln>
        </p:spPr>
        <p:txBody>
          <a:bodyPr anchorCtr="0" anchor="t" bIns="91425" lIns="91425" spcFirstLastPara="1" rIns="91425" wrap="square" tIns="91425">
            <a:noAutofit/>
          </a:bodyPr>
          <a:lstStyle/>
          <a:p>
            <a:pPr indent="-342900" lvl="0" marL="457200" rtl="0" algn="l">
              <a:spcBef>
                <a:spcPts val="1000"/>
              </a:spcBef>
              <a:spcAft>
                <a:spcPts val="0"/>
              </a:spcAft>
              <a:buSzPts val="1800"/>
              <a:buChar char="●"/>
            </a:pPr>
            <a:r>
              <a:rPr lang="es" sz="1800">
                <a:latin typeface="Inter"/>
                <a:ea typeface="Inter"/>
                <a:cs typeface="Inter"/>
                <a:sym typeface="Inter"/>
              </a:rPr>
              <a:t>Los comandos son ficheros</a:t>
            </a:r>
            <a:r>
              <a:rPr b="1" lang="es" sz="1800">
                <a:solidFill>
                  <a:srgbClr val="E69138"/>
                </a:solidFill>
                <a:latin typeface="Inter"/>
                <a:ea typeface="Inter"/>
                <a:cs typeface="Inter"/>
                <a:sym typeface="Inter"/>
              </a:rPr>
              <a:t> ejecutables (+x)</a:t>
            </a:r>
            <a:endParaRPr b="1" sz="1800">
              <a:solidFill>
                <a:srgbClr val="E69138"/>
              </a:solidFill>
              <a:latin typeface="Inter"/>
              <a:ea typeface="Inter"/>
              <a:cs typeface="Inter"/>
              <a:sym typeface="Inter"/>
            </a:endParaRPr>
          </a:p>
          <a:p>
            <a:pPr indent="-342900" lvl="0" marL="457200" rtl="0" algn="l">
              <a:spcBef>
                <a:spcPts val="1000"/>
              </a:spcBef>
              <a:spcAft>
                <a:spcPts val="0"/>
              </a:spcAft>
              <a:buSzPts val="1800"/>
              <a:buChar char="●"/>
            </a:pPr>
            <a:r>
              <a:rPr lang="es" sz="1800">
                <a:latin typeface="Inter"/>
                <a:ea typeface="Inter"/>
                <a:cs typeface="Inter"/>
                <a:sym typeface="Inter"/>
              </a:rPr>
              <a:t>La shell busca los comandos en la lista de directorios definidos por </a:t>
            </a:r>
            <a:r>
              <a:rPr b="1" lang="es" sz="1800">
                <a:solidFill>
                  <a:srgbClr val="E69138"/>
                </a:solidFill>
                <a:latin typeface="Consolas"/>
                <a:ea typeface="Consolas"/>
                <a:cs typeface="Consolas"/>
                <a:sym typeface="Consolas"/>
              </a:rPr>
              <a:t>PATH</a:t>
            </a:r>
            <a:endParaRPr b="1" sz="1800">
              <a:solidFill>
                <a:srgbClr val="E69138"/>
              </a:solidFill>
              <a:latin typeface="Consolas"/>
              <a:ea typeface="Consolas"/>
              <a:cs typeface="Consolas"/>
              <a:sym typeface="Consolas"/>
            </a:endParaRPr>
          </a:p>
          <a:p>
            <a:pPr indent="-342900" lvl="0" marL="457200" rtl="0" algn="l">
              <a:spcBef>
                <a:spcPts val="1000"/>
              </a:spcBef>
              <a:spcAft>
                <a:spcPts val="0"/>
              </a:spcAft>
              <a:buSzPts val="1800"/>
              <a:buChar char="●"/>
            </a:pPr>
            <a:r>
              <a:rPr lang="es" sz="1800">
                <a:solidFill>
                  <a:schemeClr val="dk1"/>
                </a:solidFill>
                <a:latin typeface="Inter"/>
                <a:ea typeface="Inter"/>
                <a:cs typeface="Inter"/>
                <a:sym typeface="Inter"/>
              </a:rPr>
              <a:t>Un comando se puede ejecutar siempre (aunque no esté en el </a:t>
            </a:r>
            <a:r>
              <a:rPr b="1" lang="es" sz="1800">
                <a:solidFill>
                  <a:srgbClr val="E69138"/>
                </a:solidFill>
                <a:latin typeface="Consolas"/>
                <a:ea typeface="Consolas"/>
                <a:cs typeface="Consolas"/>
                <a:sym typeface="Consolas"/>
              </a:rPr>
              <a:t>PATH</a:t>
            </a:r>
            <a:r>
              <a:rPr lang="es" sz="1800">
                <a:solidFill>
                  <a:schemeClr val="dk1"/>
                </a:solidFill>
                <a:latin typeface="Inter"/>
                <a:ea typeface="Inter"/>
                <a:cs typeface="Inter"/>
                <a:sym typeface="Inter"/>
              </a:rPr>
              <a:t>) usando la ruta</a:t>
            </a:r>
            <a:endParaRPr sz="1800">
              <a:solidFill>
                <a:schemeClr val="dk1"/>
              </a:solidFill>
              <a:latin typeface="Inter"/>
              <a:ea typeface="Inter"/>
              <a:cs typeface="Inter"/>
              <a:sym typeface="Inter"/>
            </a:endParaRPr>
          </a:p>
          <a:p>
            <a:pPr indent="-342900" lvl="1" marL="914400" rtl="0" algn="l">
              <a:spcBef>
                <a:spcPts val="1000"/>
              </a:spcBef>
              <a:spcAft>
                <a:spcPts val="0"/>
              </a:spcAft>
              <a:buClr>
                <a:schemeClr val="dk1"/>
              </a:buClr>
              <a:buSzPts val="1800"/>
              <a:buFont typeface="Inter"/>
              <a:buChar char="○"/>
            </a:pPr>
            <a:r>
              <a:rPr b="1" lang="es" sz="1800">
                <a:solidFill>
                  <a:schemeClr val="dk1"/>
                </a:solidFill>
                <a:latin typeface="Inter"/>
                <a:ea typeface="Inter"/>
                <a:cs typeface="Inter"/>
                <a:sym typeface="Inter"/>
              </a:rPr>
              <a:t>relativa</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./programa1</a:t>
            </a:r>
            <a:endParaRPr sz="1800">
              <a:solidFill>
                <a:schemeClr val="dk1"/>
              </a:solidFill>
              <a:latin typeface="Consolas"/>
              <a:ea typeface="Consolas"/>
              <a:cs typeface="Consolas"/>
              <a:sym typeface="Consolas"/>
            </a:endParaRPr>
          </a:p>
          <a:p>
            <a:pPr indent="-342900" lvl="1" marL="914400" rtl="0" algn="l">
              <a:spcBef>
                <a:spcPts val="1000"/>
              </a:spcBef>
              <a:spcAft>
                <a:spcPts val="0"/>
              </a:spcAft>
              <a:buClr>
                <a:schemeClr val="dk1"/>
              </a:buClr>
              <a:buSzPts val="1800"/>
              <a:buFont typeface="Inter"/>
              <a:buChar char="○"/>
            </a:pPr>
            <a:r>
              <a:rPr b="1" lang="es" sz="1800">
                <a:solidFill>
                  <a:schemeClr val="dk1"/>
                </a:solidFill>
                <a:latin typeface="Inter"/>
                <a:ea typeface="Inter"/>
                <a:cs typeface="Inter"/>
                <a:sym typeface="Inter"/>
              </a:rPr>
              <a:t>absoluta</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/home/user/so/programa1</a:t>
            </a:r>
            <a:endParaRPr sz="1800">
              <a:solidFill>
                <a:schemeClr val="dk1"/>
              </a:solidFill>
              <a:latin typeface="Consolas"/>
              <a:ea typeface="Consolas"/>
              <a:cs typeface="Consolas"/>
              <a:sym typeface="Consolas"/>
            </a:endParaRPr>
          </a:p>
          <a:p>
            <a:pPr indent="-342900" lvl="0" marL="457200" rtl="0" algn="l">
              <a:spcBef>
                <a:spcPts val="1000"/>
              </a:spcBef>
              <a:spcAft>
                <a:spcPts val="0"/>
              </a:spcAft>
              <a:buSzPts val="1800"/>
              <a:buChar char="●"/>
            </a:pPr>
            <a:r>
              <a:rPr lang="es" sz="1800">
                <a:latin typeface="Consolas"/>
                <a:ea typeface="Consolas"/>
                <a:cs typeface="Consolas"/>
                <a:sym typeface="Consolas"/>
              </a:rPr>
              <a:t>which</a:t>
            </a:r>
            <a:r>
              <a:rPr lang="es" sz="1800">
                <a:latin typeface="Inter"/>
                <a:ea typeface="Inter"/>
                <a:cs typeface="Inter"/>
                <a:sym typeface="Inter"/>
              </a:rPr>
              <a:t> es un comando que permite determinar el fichero que se usará para un comando</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9"/>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9"/>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Algunos Comandos Importantes</a:t>
            </a:r>
            <a:endParaRPr b="0" sz="3200" u="none" cap="none" strike="noStrike">
              <a:solidFill>
                <a:srgbClr val="000000"/>
              </a:solidFill>
              <a:latin typeface="Inter Medium"/>
              <a:ea typeface="Inter Medium"/>
              <a:cs typeface="Inter Medium"/>
              <a:sym typeface="Inter Medium"/>
            </a:endParaRPr>
          </a:p>
        </p:txBody>
      </p:sp>
      <p:sp>
        <p:nvSpPr>
          <p:cNvPr id="314" name="Google Shape;314;p29"/>
          <p:cNvSpPr txBox="1"/>
          <p:nvPr/>
        </p:nvSpPr>
        <p:spPr>
          <a:xfrm>
            <a:off x="421550" y="1167775"/>
            <a:ext cx="1676100" cy="5125500"/>
          </a:xfrm>
          <a:prstGeom prst="rect">
            <a:avLst/>
          </a:prstGeom>
          <a:noFill/>
          <a:ln>
            <a:noFill/>
          </a:ln>
        </p:spPr>
        <p:txBody>
          <a:bodyPr anchorCtr="0" anchor="t" bIns="91425" lIns="91425" spcFirstLastPara="1" rIns="91425" wrap="square" tIns="91425">
            <a:noAutofit/>
          </a:bodyPr>
          <a:lstStyle/>
          <a:p>
            <a:pPr indent="-342900" lvl="0" marL="457200" rtl="0" algn="l">
              <a:spcBef>
                <a:spcPts val="1000"/>
              </a:spcBef>
              <a:spcAft>
                <a:spcPts val="0"/>
              </a:spcAft>
              <a:buSzPts val="1800"/>
              <a:buChar char="●"/>
            </a:pPr>
            <a:r>
              <a:rPr lang="es" sz="1800">
                <a:latin typeface="Inter"/>
                <a:ea typeface="Inter"/>
                <a:cs typeface="Inter"/>
                <a:sym typeface="Inter"/>
              </a:rPr>
              <a:t>cat</a:t>
            </a:r>
            <a:endParaRPr sz="1800">
              <a:latin typeface="Inter"/>
              <a:ea typeface="Inter"/>
              <a:cs typeface="Inter"/>
              <a:sym typeface="Inter"/>
            </a:endParaRPr>
          </a:p>
          <a:p>
            <a:pPr indent="-342900" lvl="0" marL="457200" rtl="0" algn="l">
              <a:spcBef>
                <a:spcPts val="1000"/>
              </a:spcBef>
              <a:spcAft>
                <a:spcPts val="0"/>
              </a:spcAft>
              <a:buSzPts val="1800"/>
              <a:buFont typeface="Inter"/>
              <a:buChar char="●"/>
            </a:pPr>
            <a:r>
              <a:rPr lang="es" sz="1800">
                <a:latin typeface="Inter"/>
                <a:ea typeface="Inter"/>
                <a:cs typeface="Inter"/>
                <a:sym typeface="Inter"/>
              </a:rPr>
              <a:t>wc</a:t>
            </a:r>
            <a:endParaRPr sz="1800">
              <a:latin typeface="Inter"/>
              <a:ea typeface="Inter"/>
              <a:cs typeface="Inter"/>
              <a:sym typeface="Inter"/>
            </a:endParaRPr>
          </a:p>
          <a:p>
            <a:pPr indent="-342900" lvl="0" marL="457200" rtl="0" algn="l">
              <a:spcBef>
                <a:spcPts val="1000"/>
              </a:spcBef>
              <a:spcAft>
                <a:spcPts val="0"/>
              </a:spcAft>
              <a:buSzPts val="1800"/>
              <a:buFont typeface="Inter"/>
              <a:buChar char="●"/>
            </a:pPr>
            <a:r>
              <a:rPr lang="es" sz="1800">
                <a:latin typeface="Inter"/>
                <a:ea typeface="Inter"/>
                <a:cs typeface="Inter"/>
                <a:sym typeface="Inter"/>
              </a:rPr>
              <a:t>head</a:t>
            </a:r>
            <a:endParaRPr sz="1800">
              <a:latin typeface="Inter"/>
              <a:ea typeface="Inter"/>
              <a:cs typeface="Inter"/>
              <a:sym typeface="Inter"/>
            </a:endParaRPr>
          </a:p>
          <a:p>
            <a:pPr indent="-342900" lvl="0" marL="457200" rtl="0" algn="l">
              <a:spcBef>
                <a:spcPts val="1000"/>
              </a:spcBef>
              <a:spcAft>
                <a:spcPts val="0"/>
              </a:spcAft>
              <a:buSzPts val="1800"/>
              <a:buFont typeface="Inter"/>
              <a:buChar char="●"/>
            </a:pPr>
            <a:r>
              <a:rPr lang="es" sz="1800">
                <a:latin typeface="Inter"/>
                <a:ea typeface="Inter"/>
                <a:cs typeface="Inter"/>
                <a:sym typeface="Inter"/>
              </a:rPr>
              <a:t>tail</a:t>
            </a:r>
            <a:endParaRPr sz="1800">
              <a:latin typeface="Inter"/>
              <a:ea typeface="Inter"/>
              <a:cs typeface="Inter"/>
              <a:sym typeface="Inter"/>
            </a:endParaRPr>
          </a:p>
          <a:p>
            <a:pPr indent="-342900" lvl="0" marL="457200" rtl="0" algn="l">
              <a:spcBef>
                <a:spcPts val="1000"/>
              </a:spcBef>
              <a:spcAft>
                <a:spcPts val="0"/>
              </a:spcAft>
              <a:buSzPts val="1800"/>
              <a:buFont typeface="Inter"/>
              <a:buChar char="●"/>
            </a:pPr>
            <a:r>
              <a:rPr lang="es" sz="1800">
                <a:latin typeface="Inter"/>
                <a:ea typeface="Inter"/>
                <a:cs typeface="Inter"/>
                <a:sym typeface="Inter"/>
              </a:rPr>
              <a:t>tr</a:t>
            </a:r>
            <a:endParaRPr sz="1800">
              <a:latin typeface="Inter"/>
              <a:ea typeface="Inter"/>
              <a:cs typeface="Inter"/>
              <a:sym typeface="Inter"/>
            </a:endParaRPr>
          </a:p>
          <a:p>
            <a:pPr indent="-342900" lvl="0" marL="457200" rtl="0" algn="l">
              <a:spcBef>
                <a:spcPts val="1000"/>
              </a:spcBef>
              <a:spcAft>
                <a:spcPts val="0"/>
              </a:spcAft>
              <a:buSzPts val="1800"/>
              <a:buFont typeface="Inter"/>
              <a:buChar char="●"/>
            </a:pPr>
            <a:r>
              <a:rPr lang="es" sz="1800">
                <a:latin typeface="Inter"/>
                <a:ea typeface="Inter"/>
                <a:cs typeface="Inter"/>
                <a:sym typeface="Inter"/>
              </a:rPr>
              <a:t>sed</a:t>
            </a:r>
            <a:endParaRPr sz="1800">
              <a:latin typeface="Inter"/>
              <a:ea typeface="Inter"/>
              <a:cs typeface="Inter"/>
              <a:sym typeface="Inter"/>
            </a:endParaRPr>
          </a:p>
          <a:p>
            <a:pPr indent="-342900" lvl="0" marL="457200" rtl="0" algn="l">
              <a:spcBef>
                <a:spcPts val="1000"/>
              </a:spcBef>
              <a:spcAft>
                <a:spcPts val="0"/>
              </a:spcAft>
              <a:buSzPts val="1800"/>
              <a:buFont typeface="Inter"/>
              <a:buChar char="●"/>
            </a:pPr>
            <a:r>
              <a:rPr lang="es" sz="1800">
                <a:latin typeface="Inter"/>
                <a:ea typeface="Inter"/>
                <a:cs typeface="Inter"/>
                <a:sym typeface="Inter"/>
              </a:rPr>
              <a:t>sort</a:t>
            </a:r>
            <a:endParaRPr sz="1800">
              <a:latin typeface="Inter"/>
              <a:ea typeface="Inter"/>
              <a:cs typeface="Inter"/>
              <a:sym typeface="Inter"/>
            </a:endParaRPr>
          </a:p>
          <a:p>
            <a:pPr indent="-342900" lvl="0" marL="457200" rtl="0" algn="l">
              <a:spcBef>
                <a:spcPts val="1000"/>
              </a:spcBef>
              <a:spcAft>
                <a:spcPts val="0"/>
              </a:spcAft>
              <a:buSzPts val="1800"/>
              <a:buFont typeface="Inter"/>
              <a:buChar char="●"/>
            </a:pPr>
            <a:r>
              <a:rPr lang="es" sz="1800">
                <a:latin typeface="Inter"/>
                <a:ea typeface="Inter"/>
                <a:cs typeface="Inter"/>
                <a:sym typeface="Inter"/>
              </a:rPr>
              <a:t>cd </a:t>
            </a:r>
            <a:endParaRPr sz="1800">
              <a:latin typeface="Inter"/>
              <a:ea typeface="Inter"/>
              <a:cs typeface="Inter"/>
              <a:sym typeface="Inter"/>
            </a:endParaRPr>
          </a:p>
          <a:p>
            <a:pPr indent="-342900" lvl="0" marL="457200" rtl="0" algn="l">
              <a:spcBef>
                <a:spcPts val="1000"/>
              </a:spcBef>
              <a:spcAft>
                <a:spcPts val="0"/>
              </a:spcAft>
              <a:buSzPts val="1800"/>
              <a:buFont typeface="Inter"/>
              <a:buChar char="●"/>
            </a:pPr>
            <a:r>
              <a:rPr lang="es" sz="1800">
                <a:latin typeface="Inter"/>
                <a:ea typeface="Inter"/>
                <a:cs typeface="Inter"/>
                <a:sym typeface="Inter"/>
              </a:rPr>
              <a:t>ls</a:t>
            </a:r>
            <a:endParaRPr sz="1800">
              <a:latin typeface="Inter"/>
              <a:ea typeface="Inter"/>
              <a:cs typeface="Inter"/>
              <a:sym typeface="Inter"/>
            </a:endParaRPr>
          </a:p>
          <a:p>
            <a:pPr indent="-342900" lvl="0" marL="457200" rtl="0" algn="l">
              <a:spcBef>
                <a:spcPts val="1000"/>
              </a:spcBef>
              <a:spcAft>
                <a:spcPts val="0"/>
              </a:spcAft>
              <a:buSzPts val="1800"/>
              <a:buFont typeface="Inter"/>
              <a:buChar char="●"/>
            </a:pPr>
            <a:r>
              <a:rPr lang="es" sz="1800">
                <a:latin typeface="Inter"/>
                <a:ea typeface="Inter"/>
                <a:cs typeface="Inter"/>
                <a:sym typeface="Inter"/>
              </a:rPr>
              <a:t>mkdir</a:t>
            </a:r>
            <a:endParaRPr sz="1800">
              <a:latin typeface="Inter"/>
              <a:ea typeface="Inter"/>
              <a:cs typeface="Inter"/>
              <a:sym typeface="Inter"/>
            </a:endParaRPr>
          </a:p>
          <a:p>
            <a:pPr indent="-342900" lvl="0" marL="457200" rtl="0" algn="l">
              <a:spcBef>
                <a:spcPts val="1000"/>
              </a:spcBef>
              <a:spcAft>
                <a:spcPts val="0"/>
              </a:spcAft>
              <a:buSzPts val="1800"/>
              <a:buFont typeface="Inter"/>
              <a:buChar char="●"/>
            </a:pPr>
            <a:r>
              <a:rPr lang="es" sz="1800">
                <a:latin typeface="Inter"/>
                <a:ea typeface="Inter"/>
                <a:cs typeface="Inter"/>
                <a:sym typeface="Inter"/>
              </a:rPr>
              <a:t>rmdir</a:t>
            </a:r>
            <a:endParaRPr sz="1800">
              <a:latin typeface="Inter"/>
              <a:ea typeface="Inter"/>
              <a:cs typeface="Inter"/>
              <a:sym typeface="Inter"/>
            </a:endParaRPr>
          </a:p>
          <a:p>
            <a:pPr indent="-342900" lvl="0" marL="457200" rtl="0" algn="l">
              <a:spcBef>
                <a:spcPts val="1000"/>
              </a:spcBef>
              <a:spcAft>
                <a:spcPts val="0"/>
              </a:spcAft>
              <a:buSzPts val="1800"/>
              <a:buFont typeface="Inter"/>
              <a:buChar char="●"/>
            </a:pPr>
            <a:r>
              <a:rPr lang="es" sz="1800">
                <a:latin typeface="Inter"/>
                <a:ea typeface="Inter"/>
                <a:cs typeface="Inter"/>
                <a:sym typeface="Inter"/>
              </a:rPr>
              <a:t>cp</a:t>
            </a:r>
            <a:endParaRPr sz="1800">
              <a:latin typeface="Inter"/>
              <a:ea typeface="Inter"/>
              <a:cs typeface="Inter"/>
              <a:sym typeface="Inter"/>
            </a:endParaRPr>
          </a:p>
          <a:p>
            <a:pPr indent="-342900" lvl="0" marL="457200" rtl="0" algn="l">
              <a:spcBef>
                <a:spcPts val="1000"/>
              </a:spcBef>
              <a:spcAft>
                <a:spcPts val="0"/>
              </a:spcAft>
              <a:buSzPts val="1800"/>
              <a:buFont typeface="Inter"/>
              <a:buChar char="●"/>
            </a:pPr>
            <a:r>
              <a:rPr lang="es" sz="1800">
                <a:latin typeface="Inter"/>
                <a:ea typeface="Inter"/>
                <a:cs typeface="Inter"/>
                <a:sym typeface="Inter"/>
              </a:rPr>
              <a:t>find</a:t>
            </a:r>
            <a:endParaRPr sz="1800">
              <a:latin typeface="Inter"/>
              <a:ea typeface="Inter"/>
              <a:cs typeface="Inter"/>
              <a:sym typeface="Inter"/>
            </a:endParaRPr>
          </a:p>
        </p:txBody>
      </p:sp>
      <p:sp>
        <p:nvSpPr>
          <p:cNvPr id="315" name="Google Shape;315;p29"/>
          <p:cNvSpPr txBox="1"/>
          <p:nvPr/>
        </p:nvSpPr>
        <p:spPr>
          <a:xfrm>
            <a:off x="2097650" y="948175"/>
            <a:ext cx="6915900" cy="1359600"/>
          </a:xfrm>
          <a:prstGeom prst="rect">
            <a:avLst/>
          </a:prstGeom>
          <a:solidFill>
            <a:srgbClr val="F3F3F3"/>
          </a:solidFill>
          <a:ln cap="flat" cmpd="sng" w="19050">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700">
                <a:solidFill>
                  <a:schemeClr val="dk1"/>
                </a:solidFill>
                <a:latin typeface="Inter"/>
                <a:ea typeface="Inter"/>
                <a:cs typeface="Inter"/>
                <a:sym typeface="Inter"/>
              </a:rPr>
              <a:t>"</a:t>
            </a:r>
            <a:r>
              <a:rPr i="1" lang="es" sz="1700">
                <a:solidFill>
                  <a:schemeClr val="dk1"/>
                </a:solidFill>
                <a:latin typeface="Inter"/>
                <a:ea typeface="Inter"/>
                <a:cs typeface="Inter"/>
                <a:sym typeface="Inter"/>
              </a:rPr>
              <a:t>Make each program do one thing well. To do a new job, build a fresh program rather than complicate old programs by adding new features.</a:t>
            </a:r>
            <a:r>
              <a:rPr lang="es" sz="1700">
                <a:solidFill>
                  <a:schemeClr val="dk1"/>
                </a:solidFill>
                <a:latin typeface="Inter"/>
                <a:ea typeface="Inter"/>
                <a:cs typeface="Inter"/>
                <a:sym typeface="Inter"/>
              </a:rPr>
              <a:t>"</a:t>
            </a:r>
            <a:endParaRPr sz="1700">
              <a:solidFill>
                <a:schemeClr val="dk1"/>
              </a:solidFill>
              <a:latin typeface="Inter"/>
              <a:ea typeface="Inter"/>
              <a:cs typeface="Inter"/>
              <a:sym typeface="Inter"/>
            </a:endParaRPr>
          </a:p>
          <a:p>
            <a:pPr indent="0" lvl="0" marL="0" rtl="0" algn="l">
              <a:spcBef>
                <a:spcPts val="1000"/>
              </a:spcBef>
              <a:spcAft>
                <a:spcPts val="0"/>
              </a:spcAft>
              <a:buNone/>
            </a:pPr>
            <a:r>
              <a:rPr lang="es" sz="1700">
                <a:solidFill>
                  <a:schemeClr val="dk1"/>
                </a:solidFill>
                <a:latin typeface="Inter"/>
                <a:ea typeface="Inter"/>
                <a:cs typeface="Inter"/>
                <a:sym typeface="Inter"/>
              </a:rPr>
              <a:t>— Doug McIlroy,  co-autor de Unix en Bell Labs</a:t>
            </a:r>
            <a:endParaRPr sz="3600">
              <a:solidFill>
                <a:schemeClr val="dk1"/>
              </a:solidFill>
              <a:latin typeface="Inter"/>
              <a:ea typeface="Inter"/>
              <a:cs typeface="Inter"/>
              <a:sym typeface="Inter"/>
            </a:endParaRPr>
          </a:p>
        </p:txBody>
      </p:sp>
      <p:cxnSp>
        <p:nvCxnSpPr>
          <p:cNvPr id="316" name="Google Shape;316;p29"/>
          <p:cNvCxnSpPr/>
          <p:nvPr/>
        </p:nvCxnSpPr>
        <p:spPr>
          <a:xfrm>
            <a:off x="2007875" y="4235750"/>
            <a:ext cx="0" cy="2288400"/>
          </a:xfrm>
          <a:prstGeom prst="straightConnector1">
            <a:avLst/>
          </a:prstGeom>
          <a:noFill/>
          <a:ln cap="flat" cmpd="sng" w="28575">
            <a:solidFill>
              <a:srgbClr val="E69138"/>
            </a:solidFill>
            <a:prstDash val="solid"/>
            <a:round/>
            <a:headEnd len="med" w="med" type="none"/>
            <a:tailEnd len="med" w="med" type="none"/>
          </a:ln>
        </p:spPr>
      </p:cxnSp>
      <p:sp>
        <p:nvSpPr>
          <p:cNvPr id="317" name="Google Shape;317;p29"/>
          <p:cNvSpPr txBox="1"/>
          <p:nvPr/>
        </p:nvSpPr>
        <p:spPr>
          <a:xfrm>
            <a:off x="2588625" y="2864150"/>
            <a:ext cx="6264300" cy="329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600">
                <a:solidFill>
                  <a:srgbClr val="E69138"/>
                </a:solidFill>
                <a:latin typeface="Inter"/>
                <a:ea typeface="Inter"/>
                <a:cs typeface="Inter"/>
                <a:sym typeface="Inter"/>
              </a:rPr>
              <a:t>Comandos del sistema de ficheros.</a:t>
            </a:r>
            <a:endParaRPr b="1" sz="1600">
              <a:solidFill>
                <a:srgbClr val="E69138"/>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La </a:t>
            </a:r>
            <a:r>
              <a:rPr i="1" lang="es" sz="1600">
                <a:solidFill>
                  <a:schemeClr val="dk1"/>
                </a:solidFill>
                <a:latin typeface="Inter"/>
                <a:ea typeface="Inter"/>
                <a:cs typeface="Inter"/>
                <a:sym typeface="Inter"/>
              </a:rPr>
              <a:t>shell</a:t>
            </a:r>
            <a:r>
              <a:rPr lang="es" sz="1600">
                <a:solidFill>
                  <a:schemeClr val="dk1"/>
                </a:solidFill>
                <a:latin typeface="Inter"/>
                <a:ea typeface="Inter"/>
                <a:cs typeface="Inter"/>
                <a:sym typeface="Inter"/>
              </a:rPr>
              <a:t> realiza la expansión (</a:t>
            </a:r>
            <a:r>
              <a:rPr i="1" lang="es" sz="1600">
                <a:solidFill>
                  <a:schemeClr val="dk1"/>
                </a:solidFill>
                <a:latin typeface="Inter"/>
                <a:ea typeface="Inter"/>
                <a:cs typeface="Inter"/>
                <a:sym typeface="Inter"/>
              </a:rPr>
              <a:t>globbing</a:t>
            </a:r>
            <a:r>
              <a:rPr lang="es" sz="1600">
                <a:solidFill>
                  <a:schemeClr val="dk1"/>
                </a:solidFill>
                <a:latin typeface="Inter"/>
                <a:ea typeface="Inter"/>
                <a:cs typeface="Inter"/>
                <a:sym typeface="Inter"/>
              </a:rPr>
              <a:t>) de caracteres comodín, </a:t>
            </a:r>
            <a:r>
              <a:rPr b="1" lang="es" sz="1600">
                <a:solidFill>
                  <a:schemeClr val="dk1"/>
                </a:solidFill>
                <a:latin typeface="Inter"/>
                <a:ea typeface="Inter"/>
                <a:cs typeface="Inter"/>
                <a:sym typeface="Inter"/>
              </a:rPr>
              <a:t>antes de la ejecución del comando.</a:t>
            </a:r>
            <a:endParaRPr b="1"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b="1" lang="es" sz="1600">
                <a:solidFill>
                  <a:schemeClr val="dk1"/>
                </a:solidFill>
                <a:latin typeface="Inter"/>
                <a:ea typeface="Inter"/>
                <a:cs typeface="Inter"/>
                <a:sym typeface="Inter"/>
              </a:rPr>
              <a:t>Patrones soportados</a:t>
            </a:r>
            <a:endParaRPr b="1"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 0 o más caracteres</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 1 sólo caracter</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[abc] Un caracter del conjunto</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[a-z] Un caracter en el rango</a:t>
            </a:r>
            <a:endParaRPr sz="1600">
              <a:solidFill>
                <a:schemeClr val="dk1"/>
              </a:solidFill>
              <a:latin typeface="Inter"/>
              <a:ea typeface="Inter"/>
              <a:cs typeface="Inter"/>
              <a:sym typeface="Inter"/>
            </a:endParaRPr>
          </a:p>
          <a:p>
            <a:pPr indent="-330200" lvl="1" marL="9144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[!0-9] Un caracter que no esté en el conjunto</a:t>
            </a:r>
            <a:endParaRPr sz="1600">
              <a:solidFill>
                <a:schemeClr val="dk1"/>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0"/>
          <p:cNvSpPr/>
          <p:nvPr/>
        </p:nvSpPr>
        <p:spPr>
          <a:xfrm>
            <a:off x="5600700" y="4300377"/>
            <a:ext cx="3462600" cy="245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3" name="Google Shape;323;p30"/>
          <p:cNvSpPr/>
          <p:nvPr/>
        </p:nvSpPr>
        <p:spPr>
          <a:xfrm>
            <a:off x="144725" y="4300377"/>
            <a:ext cx="5272200" cy="2458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4" name="Google Shape;324;p30"/>
          <p:cNvSpPr/>
          <p:nvPr/>
        </p:nvSpPr>
        <p:spPr>
          <a:xfrm>
            <a:off x="149075" y="2026200"/>
            <a:ext cx="8914200" cy="2121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5" name="Google Shape;325;p30"/>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0"/>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Redirecciones y Tuberías</a:t>
            </a:r>
            <a:endParaRPr b="0" sz="3200" u="none" cap="none" strike="noStrike">
              <a:solidFill>
                <a:srgbClr val="000000"/>
              </a:solidFill>
              <a:latin typeface="Inter Medium"/>
              <a:ea typeface="Inter Medium"/>
              <a:cs typeface="Inter Medium"/>
              <a:sym typeface="Inter Medium"/>
            </a:endParaRPr>
          </a:p>
        </p:txBody>
      </p:sp>
      <p:sp>
        <p:nvSpPr>
          <p:cNvPr id="327" name="Google Shape;327;p30"/>
          <p:cNvSpPr txBox="1"/>
          <p:nvPr/>
        </p:nvSpPr>
        <p:spPr>
          <a:xfrm>
            <a:off x="150550" y="871975"/>
            <a:ext cx="8914200" cy="969600"/>
          </a:xfrm>
          <a:prstGeom prst="rect">
            <a:avLst/>
          </a:prstGeom>
          <a:solidFill>
            <a:srgbClr val="F3F3F3"/>
          </a:solidFill>
          <a:ln cap="flat" cmpd="sng" w="19050">
            <a:solidFill>
              <a:srgbClr val="666666"/>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i="1" lang="es" sz="1700">
                <a:solidFill>
                  <a:schemeClr val="dk1"/>
                </a:solidFill>
                <a:latin typeface="Inter"/>
                <a:ea typeface="Inter"/>
                <a:cs typeface="Inter"/>
                <a:sym typeface="Inter"/>
              </a:rPr>
              <a:t>"Expect the output of every program to become the input to another, as yet unknown, program. Don't clutter output with extraneous information. Avoid stringently structured binary input. Don't insist on interactive input."</a:t>
            </a:r>
            <a:endParaRPr i="1" sz="3600">
              <a:solidFill>
                <a:schemeClr val="dk1"/>
              </a:solidFill>
              <a:latin typeface="Inter"/>
              <a:ea typeface="Inter"/>
              <a:cs typeface="Inter"/>
              <a:sym typeface="Inter"/>
            </a:endParaRPr>
          </a:p>
        </p:txBody>
      </p:sp>
      <p:sp>
        <p:nvSpPr>
          <p:cNvPr id="328" name="Google Shape;328;p30"/>
          <p:cNvSpPr/>
          <p:nvPr/>
        </p:nvSpPr>
        <p:spPr>
          <a:xfrm>
            <a:off x="3942575" y="2451938"/>
            <a:ext cx="1371300" cy="712800"/>
          </a:xfrm>
          <a:prstGeom prst="roundRect">
            <a:avLst>
              <a:gd fmla="val 10527" name="adj"/>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1900">
                <a:solidFill>
                  <a:schemeClr val="lt1"/>
                </a:solidFill>
                <a:latin typeface="Inter"/>
                <a:ea typeface="Inter"/>
                <a:cs typeface="Inter"/>
                <a:sym typeface="Inter"/>
              </a:rPr>
              <a:t>Proceso</a:t>
            </a:r>
            <a:endParaRPr b="1" sz="1900">
              <a:solidFill>
                <a:schemeClr val="lt1"/>
              </a:solidFill>
              <a:latin typeface="Inter"/>
              <a:ea typeface="Inter"/>
              <a:cs typeface="Inter"/>
              <a:sym typeface="Inter"/>
            </a:endParaRPr>
          </a:p>
        </p:txBody>
      </p:sp>
      <p:pic>
        <p:nvPicPr>
          <p:cNvPr id="329" name="Google Shape;329;p30" title="download.png"/>
          <p:cNvPicPr preferRelativeResize="0"/>
          <p:nvPr/>
        </p:nvPicPr>
        <p:blipFill rotWithShape="1">
          <a:blip r:embed="rId3">
            <a:alphaModFix/>
          </a:blip>
          <a:srcRect b="18609" l="0" r="0" t="15165"/>
          <a:stretch/>
        </p:blipFill>
        <p:spPr>
          <a:xfrm>
            <a:off x="3852251" y="3381713"/>
            <a:ext cx="1533755" cy="675900"/>
          </a:xfrm>
          <a:prstGeom prst="rect">
            <a:avLst/>
          </a:prstGeom>
          <a:noFill/>
          <a:ln>
            <a:noFill/>
          </a:ln>
        </p:spPr>
      </p:pic>
      <p:cxnSp>
        <p:nvCxnSpPr>
          <p:cNvPr id="330" name="Google Shape;330;p30"/>
          <p:cNvCxnSpPr>
            <a:stCxn id="329" idx="0"/>
            <a:endCxn id="328" idx="2"/>
          </p:cNvCxnSpPr>
          <p:nvPr/>
        </p:nvCxnSpPr>
        <p:spPr>
          <a:xfrm flipH="1" rot="10800000">
            <a:off x="4619129" y="3164813"/>
            <a:ext cx="9000" cy="216900"/>
          </a:xfrm>
          <a:prstGeom prst="straightConnector1">
            <a:avLst/>
          </a:prstGeom>
          <a:noFill/>
          <a:ln cap="flat" cmpd="sng" w="9525">
            <a:solidFill>
              <a:schemeClr val="dk2"/>
            </a:solidFill>
            <a:prstDash val="solid"/>
            <a:round/>
            <a:headEnd len="med" w="med" type="none"/>
            <a:tailEnd len="med" w="med" type="triangle"/>
          </a:ln>
        </p:spPr>
      </p:cxnSp>
      <p:cxnSp>
        <p:nvCxnSpPr>
          <p:cNvPr id="331" name="Google Shape;331;p30"/>
          <p:cNvCxnSpPr/>
          <p:nvPr/>
        </p:nvCxnSpPr>
        <p:spPr>
          <a:xfrm>
            <a:off x="5385700" y="2604338"/>
            <a:ext cx="1355100" cy="0"/>
          </a:xfrm>
          <a:prstGeom prst="straightConnector1">
            <a:avLst/>
          </a:prstGeom>
          <a:noFill/>
          <a:ln cap="flat" cmpd="sng" w="9525">
            <a:solidFill>
              <a:schemeClr val="dk2"/>
            </a:solidFill>
            <a:prstDash val="solid"/>
            <a:round/>
            <a:headEnd len="med" w="med" type="none"/>
            <a:tailEnd len="med" w="med" type="triangle"/>
          </a:ln>
        </p:spPr>
      </p:cxnSp>
      <p:pic>
        <p:nvPicPr>
          <p:cNvPr id="332" name="Google Shape;332;p30" title="3c1cbc894a7713f6a2ae5daa3a164eb436359325_2_664x500.png"/>
          <p:cNvPicPr preferRelativeResize="0"/>
          <p:nvPr/>
        </p:nvPicPr>
        <p:blipFill>
          <a:blip r:embed="rId4">
            <a:alphaModFix/>
          </a:blip>
          <a:stretch>
            <a:fillRect/>
          </a:stretch>
        </p:blipFill>
        <p:spPr>
          <a:xfrm>
            <a:off x="6686975" y="2082463"/>
            <a:ext cx="2241900" cy="1688175"/>
          </a:xfrm>
          <a:prstGeom prst="rect">
            <a:avLst/>
          </a:prstGeom>
          <a:noFill/>
          <a:ln>
            <a:noFill/>
          </a:ln>
        </p:spPr>
      </p:pic>
      <p:cxnSp>
        <p:nvCxnSpPr>
          <p:cNvPr id="333" name="Google Shape;333;p30"/>
          <p:cNvCxnSpPr/>
          <p:nvPr/>
        </p:nvCxnSpPr>
        <p:spPr>
          <a:xfrm>
            <a:off x="5355575" y="2961563"/>
            <a:ext cx="1425300" cy="0"/>
          </a:xfrm>
          <a:prstGeom prst="straightConnector1">
            <a:avLst/>
          </a:prstGeom>
          <a:noFill/>
          <a:ln cap="flat" cmpd="sng" w="9525">
            <a:solidFill>
              <a:schemeClr val="dk2"/>
            </a:solidFill>
            <a:prstDash val="solid"/>
            <a:round/>
            <a:headEnd len="med" w="med" type="none"/>
            <a:tailEnd len="med" w="med" type="triangle"/>
          </a:ln>
        </p:spPr>
      </p:cxnSp>
      <p:sp>
        <p:nvSpPr>
          <p:cNvPr id="334" name="Google Shape;334;p30"/>
          <p:cNvSpPr txBox="1"/>
          <p:nvPr/>
        </p:nvSpPr>
        <p:spPr>
          <a:xfrm>
            <a:off x="2258150" y="3407988"/>
            <a:ext cx="1722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latin typeface="Inter"/>
                <a:ea typeface="Inter"/>
                <a:cs typeface="Inter"/>
                <a:sym typeface="Inter"/>
              </a:rPr>
              <a:t>Entrada estándar (fd:0, cin)</a:t>
            </a:r>
            <a:endParaRPr>
              <a:solidFill>
                <a:schemeClr val="dk1"/>
              </a:solidFill>
              <a:latin typeface="Inter"/>
              <a:ea typeface="Inter"/>
              <a:cs typeface="Inter"/>
              <a:sym typeface="Inter"/>
            </a:endParaRPr>
          </a:p>
        </p:txBody>
      </p:sp>
      <p:sp>
        <p:nvSpPr>
          <p:cNvPr id="335" name="Google Shape;335;p30"/>
          <p:cNvSpPr txBox="1"/>
          <p:nvPr/>
        </p:nvSpPr>
        <p:spPr>
          <a:xfrm>
            <a:off x="5325213" y="1945613"/>
            <a:ext cx="180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latin typeface="Inter"/>
                <a:ea typeface="Inter"/>
                <a:cs typeface="Inter"/>
                <a:sym typeface="Inter"/>
              </a:rPr>
              <a:t>Salida</a:t>
            </a:r>
            <a:r>
              <a:rPr lang="es">
                <a:solidFill>
                  <a:schemeClr val="dk1"/>
                </a:solidFill>
                <a:latin typeface="Inter"/>
                <a:ea typeface="Inter"/>
                <a:cs typeface="Inter"/>
                <a:sym typeface="Inter"/>
              </a:rPr>
              <a:t> estándar (fd:1, cout)</a:t>
            </a:r>
            <a:endParaRPr>
              <a:solidFill>
                <a:schemeClr val="dk1"/>
              </a:solidFill>
              <a:latin typeface="Inter"/>
              <a:ea typeface="Inter"/>
              <a:cs typeface="Inter"/>
              <a:sym typeface="Inter"/>
            </a:endParaRPr>
          </a:p>
        </p:txBody>
      </p:sp>
      <p:sp>
        <p:nvSpPr>
          <p:cNvPr id="336" name="Google Shape;336;p30"/>
          <p:cNvSpPr txBox="1"/>
          <p:nvPr/>
        </p:nvSpPr>
        <p:spPr>
          <a:xfrm>
            <a:off x="5451600" y="3012413"/>
            <a:ext cx="123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latin typeface="Inter"/>
                <a:ea typeface="Inter"/>
                <a:cs typeface="Inter"/>
                <a:sym typeface="Inter"/>
              </a:rPr>
              <a:t>Salida error </a:t>
            </a:r>
            <a:endParaRPr>
              <a:solidFill>
                <a:schemeClr val="dk1"/>
              </a:solidFill>
              <a:latin typeface="Inter"/>
              <a:ea typeface="Inter"/>
              <a:cs typeface="Inter"/>
              <a:sym typeface="Inter"/>
            </a:endParaRPr>
          </a:p>
          <a:p>
            <a:pPr indent="0" lvl="0" marL="0" rtl="0" algn="l">
              <a:spcBef>
                <a:spcPts val="0"/>
              </a:spcBef>
              <a:spcAft>
                <a:spcPts val="0"/>
              </a:spcAft>
              <a:buNone/>
            </a:pPr>
            <a:r>
              <a:rPr lang="es">
                <a:solidFill>
                  <a:schemeClr val="dk1"/>
                </a:solidFill>
                <a:latin typeface="Inter"/>
                <a:ea typeface="Inter"/>
                <a:cs typeface="Inter"/>
                <a:sym typeface="Inter"/>
              </a:rPr>
              <a:t>(fd:2, cerr)</a:t>
            </a:r>
            <a:endParaRPr>
              <a:solidFill>
                <a:schemeClr val="dk1"/>
              </a:solidFill>
              <a:latin typeface="Inter"/>
              <a:ea typeface="Inter"/>
              <a:cs typeface="Inter"/>
              <a:sym typeface="Inter"/>
            </a:endParaRPr>
          </a:p>
        </p:txBody>
      </p:sp>
      <p:sp>
        <p:nvSpPr>
          <p:cNvPr id="337" name="Google Shape;337;p30"/>
          <p:cNvSpPr txBox="1"/>
          <p:nvPr/>
        </p:nvSpPr>
        <p:spPr>
          <a:xfrm>
            <a:off x="115362" y="1981052"/>
            <a:ext cx="3543300" cy="118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600">
                <a:solidFill>
                  <a:srgbClr val="E69138"/>
                </a:solidFill>
                <a:latin typeface="Inter"/>
                <a:ea typeface="Inter"/>
                <a:cs typeface="Inter"/>
                <a:sym typeface="Inter"/>
              </a:rPr>
              <a:t>Flujos (streams) por defecto</a:t>
            </a:r>
            <a:endParaRPr b="1" sz="1600">
              <a:solidFill>
                <a:srgbClr val="E69138"/>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Entrada estándar</a:t>
            </a:r>
            <a:endParaRPr sz="1600">
              <a:solidFill>
                <a:schemeClr val="dk1"/>
              </a:solidFill>
              <a:latin typeface="Inter"/>
              <a:ea typeface="Inter"/>
              <a:cs typeface="Inter"/>
              <a:sym typeface="Inter"/>
            </a:endParaRPr>
          </a:p>
          <a:p>
            <a:pPr indent="-330200" lvl="0" marL="457200" rtl="0" algn="l">
              <a:spcBef>
                <a:spcPts val="1000"/>
              </a:spcBef>
              <a:spcAft>
                <a:spcPts val="0"/>
              </a:spcAft>
              <a:buClr>
                <a:schemeClr val="dk1"/>
              </a:buClr>
              <a:buSzPts val="1600"/>
              <a:buFont typeface="Inter"/>
              <a:buChar char="●"/>
            </a:pPr>
            <a:r>
              <a:rPr lang="es" sz="1600">
                <a:solidFill>
                  <a:schemeClr val="dk1"/>
                </a:solidFill>
                <a:latin typeface="Inter"/>
                <a:ea typeface="Inter"/>
                <a:cs typeface="Inter"/>
                <a:sym typeface="Inter"/>
              </a:rPr>
              <a:t>Salida estándar y de error</a:t>
            </a:r>
            <a:endParaRPr sz="1600">
              <a:solidFill>
                <a:schemeClr val="dk1"/>
              </a:solidFill>
              <a:latin typeface="Inter"/>
              <a:ea typeface="Inter"/>
              <a:cs typeface="Inter"/>
              <a:sym typeface="Inter"/>
            </a:endParaRPr>
          </a:p>
        </p:txBody>
      </p:sp>
      <p:sp>
        <p:nvSpPr>
          <p:cNvPr id="338" name="Google Shape;338;p30"/>
          <p:cNvSpPr/>
          <p:nvPr/>
        </p:nvSpPr>
        <p:spPr>
          <a:xfrm>
            <a:off x="381175" y="4778352"/>
            <a:ext cx="1371300" cy="712800"/>
          </a:xfrm>
          <a:prstGeom prst="roundRect">
            <a:avLst>
              <a:gd fmla="val 10527" name="adj"/>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1900">
                <a:solidFill>
                  <a:schemeClr val="lt1"/>
                </a:solidFill>
                <a:latin typeface="Inter"/>
                <a:ea typeface="Inter"/>
                <a:cs typeface="Inter"/>
                <a:sym typeface="Inter"/>
              </a:rPr>
              <a:t>Proceso</a:t>
            </a:r>
            <a:endParaRPr b="1" sz="1900">
              <a:solidFill>
                <a:schemeClr val="lt1"/>
              </a:solidFill>
              <a:latin typeface="Inter"/>
              <a:ea typeface="Inter"/>
              <a:cs typeface="Inter"/>
              <a:sym typeface="Inter"/>
            </a:endParaRPr>
          </a:p>
        </p:txBody>
      </p:sp>
      <p:sp>
        <p:nvSpPr>
          <p:cNvPr id="339" name="Google Shape;339;p30"/>
          <p:cNvSpPr txBox="1"/>
          <p:nvPr/>
        </p:nvSpPr>
        <p:spPr>
          <a:xfrm>
            <a:off x="99198" y="4247164"/>
            <a:ext cx="3543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600">
                <a:solidFill>
                  <a:srgbClr val="E69138"/>
                </a:solidFill>
                <a:latin typeface="Inter"/>
                <a:ea typeface="Inter"/>
                <a:cs typeface="Inter"/>
                <a:sym typeface="Inter"/>
              </a:rPr>
              <a:t>Tuberías</a:t>
            </a:r>
            <a:endParaRPr sz="1600">
              <a:solidFill>
                <a:schemeClr val="dk1"/>
              </a:solidFill>
              <a:latin typeface="Inter"/>
              <a:ea typeface="Inter"/>
              <a:cs typeface="Inter"/>
              <a:sym typeface="Inter"/>
            </a:endParaRPr>
          </a:p>
        </p:txBody>
      </p:sp>
      <p:sp>
        <p:nvSpPr>
          <p:cNvPr id="340" name="Google Shape;340;p30"/>
          <p:cNvSpPr/>
          <p:nvPr/>
        </p:nvSpPr>
        <p:spPr>
          <a:xfrm>
            <a:off x="3826825" y="4778352"/>
            <a:ext cx="1371300" cy="712800"/>
          </a:xfrm>
          <a:prstGeom prst="roundRect">
            <a:avLst>
              <a:gd fmla="val 10527" name="adj"/>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1900">
                <a:solidFill>
                  <a:srgbClr val="434343"/>
                </a:solidFill>
                <a:latin typeface="Inter"/>
                <a:ea typeface="Inter"/>
                <a:cs typeface="Inter"/>
                <a:sym typeface="Inter"/>
              </a:rPr>
              <a:t>Proceso</a:t>
            </a:r>
            <a:endParaRPr b="1" sz="1900">
              <a:solidFill>
                <a:srgbClr val="434343"/>
              </a:solidFill>
              <a:latin typeface="Inter"/>
              <a:ea typeface="Inter"/>
              <a:cs typeface="Inter"/>
              <a:sym typeface="Inter"/>
            </a:endParaRPr>
          </a:p>
        </p:txBody>
      </p:sp>
      <p:sp>
        <p:nvSpPr>
          <p:cNvPr id="341" name="Google Shape;341;p30"/>
          <p:cNvSpPr txBox="1"/>
          <p:nvPr/>
        </p:nvSpPr>
        <p:spPr>
          <a:xfrm>
            <a:off x="2549950" y="4950102"/>
            <a:ext cx="555600" cy="369300"/>
          </a:xfrm>
          <a:prstGeom prst="rect">
            <a:avLst/>
          </a:prstGeom>
          <a:solidFill>
            <a:schemeClr val="lt1"/>
          </a:solidFill>
          <a:ln cap="flat" cmpd="sng" w="9525">
            <a:solidFill>
              <a:srgbClr val="D9D9D9"/>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solidFill>
                  <a:schemeClr val="dk1"/>
                </a:solidFill>
                <a:latin typeface="Inter"/>
                <a:ea typeface="Inter"/>
                <a:cs typeface="Inter"/>
                <a:sym typeface="Inter"/>
              </a:rPr>
              <a:t>|</a:t>
            </a:r>
            <a:endParaRPr sz="1200">
              <a:latin typeface="Inter"/>
              <a:ea typeface="Inter"/>
              <a:cs typeface="Inter"/>
              <a:sym typeface="Inter"/>
            </a:endParaRPr>
          </a:p>
        </p:txBody>
      </p:sp>
      <p:cxnSp>
        <p:nvCxnSpPr>
          <p:cNvPr id="342" name="Google Shape;342;p30"/>
          <p:cNvCxnSpPr>
            <a:stCxn id="338" idx="3"/>
            <a:endCxn id="341" idx="1"/>
          </p:cNvCxnSpPr>
          <p:nvPr/>
        </p:nvCxnSpPr>
        <p:spPr>
          <a:xfrm>
            <a:off x="1752475" y="5134752"/>
            <a:ext cx="797400" cy="0"/>
          </a:xfrm>
          <a:prstGeom prst="straightConnector1">
            <a:avLst/>
          </a:prstGeom>
          <a:noFill/>
          <a:ln cap="flat" cmpd="sng" w="9525">
            <a:solidFill>
              <a:schemeClr val="dk2"/>
            </a:solidFill>
            <a:prstDash val="solid"/>
            <a:round/>
            <a:headEnd len="med" w="med" type="none"/>
            <a:tailEnd len="med" w="med" type="triangle"/>
          </a:ln>
        </p:spPr>
      </p:cxnSp>
      <p:cxnSp>
        <p:nvCxnSpPr>
          <p:cNvPr id="343" name="Google Shape;343;p30"/>
          <p:cNvCxnSpPr>
            <a:stCxn id="341" idx="3"/>
            <a:endCxn id="340" idx="1"/>
          </p:cNvCxnSpPr>
          <p:nvPr/>
        </p:nvCxnSpPr>
        <p:spPr>
          <a:xfrm>
            <a:off x="3105550" y="5134752"/>
            <a:ext cx="721200" cy="0"/>
          </a:xfrm>
          <a:prstGeom prst="straightConnector1">
            <a:avLst/>
          </a:prstGeom>
          <a:noFill/>
          <a:ln cap="flat" cmpd="sng" w="9525">
            <a:solidFill>
              <a:schemeClr val="dk2"/>
            </a:solidFill>
            <a:prstDash val="solid"/>
            <a:round/>
            <a:headEnd len="med" w="med" type="none"/>
            <a:tailEnd len="med" w="med" type="triangle"/>
          </a:ln>
        </p:spPr>
      </p:cxnSp>
      <p:sp>
        <p:nvSpPr>
          <p:cNvPr id="344" name="Google Shape;344;p30"/>
          <p:cNvSpPr txBox="1"/>
          <p:nvPr/>
        </p:nvSpPr>
        <p:spPr>
          <a:xfrm>
            <a:off x="1758419" y="4782601"/>
            <a:ext cx="78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latin typeface="Consolas"/>
                <a:ea typeface="Consolas"/>
                <a:cs typeface="Consolas"/>
                <a:sym typeface="Consolas"/>
              </a:rPr>
              <a:t>STDOUT</a:t>
            </a:r>
            <a:endParaRPr>
              <a:solidFill>
                <a:schemeClr val="dk1"/>
              </a:solidFill>
              <a:latin typeface="Consolas"/>
              <a:ea typeface="Consolas"/>
              <a:cs typeface="Consolas"/>
              <a:sym typeface="Consolas"/>
            </a:endParaRPr>
          </a:p>
        </p:txBody>
      </p:sp>
      <p:sp>
        <p:nvSpPr>
          <p:cNvPr id="345" name="Google Shape;345;p30"/>
          <p:cNvSpPr txBox="1"/>
          <p:nvPr/>
        </p:nvSpPr>
        <p:spPr>
          <a:xfrm>
            <a:off x="3093968" y="5067326"/>
            <a:ext cx="78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latin typeface="Consolas"/>
                <a:ea typeface="Consolas"/>
                <a:cs typeface="Consolas"/>
                <a:sym typeface="Consolas"/>
              </a:rPr>
              <a:t>STDIN</a:t>
            </a:r>
            <a:endParaRPr>
              <a:solidFill>
                <a:schemeClr val="dk1"/>
              </a:solidFill>
              <a:latin typeface="Consolas"/>
              <a:ea typeface="Consolas"/>
              <a:cs typeface="Consolas"/>
              <a:sym typeface="Consolas"/>
            </a:endParaRPr>
          </a:p>
        </p:txBody>
      </p:sp>
      <p:sp>
        <p:nvSpPr>
          <p:cNvPr id="346" name="Google Shape;346;p30"/>
          <p:cNvSpPr/>
          <p:nvPr/>
        </p:nvSpPr>
        <p:spPr>
          <a:xfrm>
            <a:off x="5698200" y="4871527"/>
            <a:ext cx="1371300" cy="712800"/>
          </a:xfrm>
          <a:prstGeom prst="roundRect">
            <a:avLst>
              <a:gd fmla="val 10527" name="adj"/>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1900">
                <a:solidFill>
                  <a:schemeClr val="lt1"/>
                </a:solidFill>
                <a:latin typeface="Inter"/>
                <a:ea typeface="Inter"/>
                <a:cs typeface="Inter"/>
                <a:sym typeface="Inter"/>
              </a:rPr>
              <a:t>Proceso</a:t>
            </a:r>
            <a:endParaRPr b="1" sz="1900">
              <a:solidFill>
                <a:schemeClr val="lt1"/>
              </a:solidFill>
              <a:latin typeface="Inter"/>
              <a:ea typeface="Inter"/>
              <a:cs typeface="Inter"/>
              <a:sym typeface="Inter"/>
            </a:endParaRPr>
          </a:p>
        </p:txBody>
      </p:sp>
      <p:sp>
        <p:nvSpPr>
          <p:cNvPr id="347" name="Google Shape;347;p30"/>
          <p:cNvSpPr txBox="1"/>
          <p:nvPr/>
        </p:nvSpPr>
        <p:spPr>
          <a:xfrm>
            <a:off x="5555555" y="4242375"/>
            <a:ext cx="1638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600">
                <a:solidFill>
                  <a:srgbClr val="E69138"/>
                </a:solidFill>
                <a:latin typeface="Inter"/>
                <a:ea typeface="Inter"/>
                <a:cs typeface="Inter"/>
                <a:sym typeface="Inter"/>
              </a:rPr>
              <a:t>Redirecciones</a:t>
            </a:r>
            <a:endParaRPr sz="1600">
              <a:solidFill>
                <a:schemeClr val="dk1"/>
              </a:solidFill>
              <a:latin typeface="Inter"/>
              <a:ea typeface="Inter"/>
              <a:cs typeface="Inter"/>
              <a:sym typeface="Inter"/>
            </a:endParaRPr>
          </a:p>
        </p:txBody>
      </p:sp>
      <p:sp>
        <p:nvSpPr>
          <p:cNvPr id="348" name="Google Shape;348;p30"/>
          <p:cNvSpPr txBox="1"/>
          <p:nvPr/>
        </p:nvSpPr>
        <p:spPr>
          <a:xfrm>
            <a:off x="7075706" y="4884365"/>
            <a:ext cx="78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latin typeface="Consolas"/>
                <a:ea typeface="Consolas"/>
                <a:cs typeface="Consolas"/>
                <a:sym typeface="Consolas"/>
              </a:rPr>
              <a:t>STDOUT</a:t>
            </a:r>
            <a:endParaRPr>
              <a:solidFill>
                <a:schemeClr val="dk1"/>
              </a:solidFill>
              <a:latin typeface="Consolas"/>
              <a:ea typeface="Consolas"/>
              <a:cs typeface="Consolas"/>
              <a:sym typeface="Consolas"/>
            </a:endParaRPr>
          </a:p>
        </p:txBody>
      </p:sp>
      <p:sp>
        <p:nvSpPr>
          <p:cNvPr id="349" name="Google Shape;349;p30"/>
          <p:cNvSpPr/>
          <p:nvPr/>
        </p:nvSpPr>
        <p:spPr>
          <a:xfrm>
            <a:off x="7949550" y="5584327"/>
            <a:ext cx="1023900" cy="1094100"/>
          </a:xfrm>
          <a:prstGeom prst="foldedCorner">
            <a:avLst>
              <a:gd fmla="val 16667" name="adj"/>
            </a:avLst>
          </a:prstGeom>
          <a:solidFill>
            <a:srgbClr val="F3F3F3"/>
          </a:solidFill>
          <a:ln cap="flat" cmpd="sng" w="9525">
            <a:solidFill>
              <a:srgbClr val="666666"/>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Inter"/>
                <a:ea typeface="Inter"/>
                <a:cs typeface="Inter"/>
                <a:sym typeface="Inter"/>
              </a:rPr>
              <a:t>files</a:t>
            </a:r>
            <a:endParaRPr/>
          </a:p>
        </p:txBody>
      </p:sp>
      <p:cxnSp>
        <p:nvCxnSpPr>
          <p:cNvPr id="350" name="Google Shape;350;p30"/>
          <p:cNvCxnSpPr>
            <a:stCxn id="346" idx="3"/>
            <a:endCxn id="349" idx="0"/>
          </p:cNvCxnSpPr>
          <p:nvPr/>
        </p:nvCxnSpPr>
        <p:spPr>
          <a:xfrm>
            <a:off x="7069500" y="5227927"/>
            <a:ext cx="1392000" cy="356400"/>
          </a:xfrm>
          <a:prstGeom prst="bentConnector2">
            <a:avLst/>
          </a:prstGeom>
          <a:noFill/>
          <a:ln cap="flat" cmpd="sng" w="9525">
            <a:solidFill>
              <a:schemeClr val="dk2"/>
            </a:solidFill>
            <a:prstDash val="solid"/>
            <a:round/>
            <a:headEnd len="med" w="med" type="none"/>
            <a:tailEnd len="med" w="med" type="triangle"/>
          </a:ln>
        </p:spPr>
      </p:cxnSp>
      <p:sp>
        <p:nvSpPr>
          <p:cNvPr id="351" name="Google Shape;351;p30"/>
          <p:cNvSpPr txBox="1"/>
          <p:nvPr/>
        </p:nvSpPr>
        <p:spPr>
          <a:xfrm>
            <a:off x="7867650" y="5043275"/>
            <a:ext cx="328200" cy="369300"/>
          </a:xfrm>
          <a:prstGeom prst="rect">
            <a:avLst/>
          </a:prstGeom>
          <a:solidFill>
            <a:schemeClr val="lt1"/>
          </a:solidFill>
          <a:ln cap="flat" cmpd="sng" w="9525">
            <a:solidFill>
              <a:srgbClr val="D9D9D9"/>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200">
                <a:solidFill>
                  <a:schemeClr val="dk1"/>
                </a:solidFill>
                <a:latin typeface="Inter"/>
                <a:ea typeface="Inter"/>
                <a:cs typeface="Inter"/>
                <a:sym typeface="Inter"/>
              </a:rPr>
              <a:t>&gt;</a:t>
            </a:r>
            <a:endParaRPr sz="1200">
              <a:latin typeface="Inter"/>
              <a:ea typeface="Inter"/>
              <a:cs typeface="Inter"/>
              <a:sym typeface="Inter"/>
            </a:endParaRPr>
          </a:p>
        </p:txBody>
      </p:sp>
      <p:cxnSp>
        <p:nvCxnSpPr>
          <p:cNvPr id="352" name="Google Shape;352;p30"/>
          <p:cNvCxnSpPr/>
          <p:nvPr/>
        </p:nvCxnSpPr>
        <p:spPr>
          <a:xfrm>
            <a:off x="8070000" y="5746602"/>
            <a:ext cx="722700" cy="0"/>
          </a:xfrm>
          <a:prstGeom prst="straightConnector1">
            <a:avLst/>
          </a:prstGeom>
          <a:noFill/>
          <a:ln cap="flat" cmpd="sng" w="9525">
            <a:solidFill>
              <a:schemeClr val="dk2"/>
            </a:solidFill>
            <a:prstDash val="solid"/>
            <a:round/>
            <a:headEnd len="med" w="med" type="none"/>
            <a:tailEnd len="med" w="med" type="none"/>
          </a:ln>
        </p:spPr>
      </p:cxnSp>
      <p:cxnSp>
        <p:nvCxnSpPr>
          <p:cNvPr id="353" name="Google Shape;353;p30"/>
          <p:cNvCxnSpPr/>
          <p:nvPr/>
        </p:nvCxnSpPr>
        <p:spPr>
          <a:xfrm>
            <a:off x="8070000" y="5899002"/>
            <a:ext cx="461700" cy="0"/>
          </a:xfrm>
          <a:prstGeom prst="straightConnector1">
            <a:avLst/>
          </a:prstGeom>
          <a:noFill/>
          <a:ln cap="flat" cmpd="sng" w="9525">
            <a:solidFill>
              <a:schemeClr val="dk2"/>
            </a:solidFill>
            <a:prstDash val="solid"/>
            <a:round/>
            <a:headEnd len="med" w="med" type="none"/>
            <a:tailEnd len="med" w="med" type="none"/>
          </a:ln>
        </p:spPr>
      </p:cxnSp>
      <p:cxnSp>
        <p:nvCxnSpPr>
          <p:cNvPr id="354" name="Google Shape;354;p30"/>
          <p:cNvCxnSpPr/>
          <p:nvPr/>
        </p:nvCxnSpPr>
        <p:spPr>
          <a:xfrm>
            <a:off x="8070000" y="6051402"/>
            <a:ext cx="622200" cy="0"/>
          </a:xfrm>
          <a:prstGeom prst="straightConnector1">
            <a:avLst/>
          </a:prstGeom>
          <a:noFill/>
          <a:ln cap="flat" cmpd="sng" w="9525">
            <a:solidFill>
              <a:schemeClr val="dk2"/>
            </a:solidFill>
            <a:prstDash val="solid"/>
            <a:round/>
            <a:headEnd len="med" w="med" type="none"/>
            <a:tailEnd len="med" w="med" type="none"/>
          </a:ln>
        </p:spPr>
      </p:cxnSp>
      <p:sp>
        <p:nvSpPr>
          <p:cNvPr id="355" name="Google Shape;355;p30"/>
          <p:cNvSpPr txBox="1"/>
          <p:nvPr/>
        </p:nvSpPr>
        <p:spPr>
          <a:xfrm>
            <a:off x="1792925" y="5795077"/>
            <a:ext cx="1937400" cy="477000"/>
          </a:xfrm>
          <a:prstGeom prst="rect">
            <a:avLst/>
          </a:prstGeom>
          <a:solidFill>
            <a:schemeClr val="lt1"/>
          </a:solidFill>
          <a:ln cap="flat" cmpd="sng" w="9525">
            <a:solidFill>
              <a:srgbClr val="D9D9D9"/>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900">
                <a:solidFill>
                  <a:schemeClr val="dk1"/>
                </a:solidFill>
                <a:latin typeface="Consolas"/>
                <a:ea typeface="Consolas"/>
                <a:cs typeface="Consolas"/>
                <a:sym typeface="Consolas"/>
              </a:rPr>
              <a:t>ls -1 | sort </a:t>
            </a:r>
            <a:endParaRPr sz="1900">
              <a:latin typeface="Consolas"/>
              <a:ea typeface="Consolas"/>
              <a:cs typeface="Consolas"/>
              <a:sym typeface="Consolas"/>
            </a:endParaRPr>
          </a:p>
        </p:txBody>
      </p:sp>
      <p:sp>
        <p:nvSpPr>
          <p:cNvPr id="356" name="Google Shape;356;p30"/>
          <p:cNvSpPr txBox="1"/>
          <p:nvPr/>
        </p:nvSpPr>
        <p:spPr>
          <a:xfrm>
            <a:off x="5698200" y="5892877"/>
            <a:ext cx="1937400" cy="477000"/>
          </a:xfrm>
          <a:prstGeom prst="rect">
            <a:avLst/>
          </a:prstGeom>
          <a:solidFill>
            <a:schemeClr val="lt1"/>
          </a:solidFill>
          <a:ln cap="flat" cmpd="sng" w="9525">
            <a:solidFill>
              <a:srgbClr val="D9D9D9"/>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000"/>
              </a:spcBef>
              <a:spcAft>
                <a:spcPts val="0"/>
              </a:spcAft>
              <a:buNone/>
            </a:pPr>
            <a:r>
              <a:rPr lang="es" sz="1900">
                <a:solidFill>
                  <a:schemeClr val="dk1"/>
                </a:solidFill>
                <a:latin typeface="Consolas"/>
                <a:ea typeface="Consolas"/>
                <a:cs typeface="Consolas"/>
                <a:sym typeface="Consolas"/>
              </a:rPr>
              <a:t>ls &gt; files</a:t>
            </a:r>
            <a:endParaRPr sz="1900">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1"/>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1"/>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Expresiones Regulares</a:t>
            </a:r>
            <a:endParaRPr b="0" sz="3200" u="none" cap="none" strike="noStrike">
              <a:solidFill>
                <a:srgbClr val="000000"/>
              </a:solidFill>
              <a:latin typeface="Inter Medium"/>
              <a:ea typeface="Inter Medium"/>
              <a:cs typeface="Inter Medium"/>
              <a:sym typeface="Inter Medium"/>
            </a:endParaRPr>
          </a:p>
        </p:txBody>
      </p:sp>
      <p:sp>
        <p:nvSpPr>
          <p:cNvPr id="363" name="Google Shape;363;p31"/>
          <p:cNvSpPr txBox="1"/>
          <p:nvPr/>
        </p:nvSpPr>
        <p:spPr>
          <a:xfrm>
            <a:off x="0" y="716101"/>
            <a:ext cx="9144000" cy="1070400"/>
          </a:xfrm>
          <a:prstGeom prst="rect">
            <a:avLst/>
          </a:prstGeom>
          <a:noFill/>
          <a:ln>
            <a:noFill/>
          </a:ln>
        </p:spPr>
        <p:txBody>
          <a:bodyPr anchorCtr="0" anchor="t" bIns="91425" lIns="91425" spcFirstLastPara="1" rIns="91425" wrap="square" tIns="91425">
            <a:noAutofit/>
          </a:bodyPr>
          <a:lstStyle/>
          <a:p>
            <a:pPr indent="-342900" lvl="0" marL="457200" rtl="0" algn="l">
              <a:spcBef>
                <a:spcPts val="1000"/>
              </a:spcBef>
              <a:spcAft>
                <a:spcPts val="0"/>
              </a:spcAft>
              <a:buSzPts val="1800"/>
              <a:buChar char="●"/>
            </a:pPr>
            <a:r>
              <a:rPr lang="es" sz="1800">
                <a:latin typeface="Inter"/>
                <a:ea typeface="Inter"/>
                <a:cs typeface="Inter"/>
                <a:sym typeface="Inter"/>
              </a:rPr>
              <a:t>Una expresión regular define un patrón que se busca en un flujo o archivo.</a:t>
            </a:r>
            <a:endParaRPr sz="1800">
              <a:latin typeface="Inter"/>
              <a:ea typeface="Inter"/>
              <a:cs typeface="Inter"/>
              <a:sym typeface="Inter"/>
            </a:endParaRPr>
          </a:p>
          <a:p>
            <a:pPr indent="-342900" lvl="0" marL="457200" rtl="0" algn="l">
              <a:spcBef>
                <a:spcPts val="1000"/>
              </a:spcBef>
              <a:spcAft>
                <a:spcPts val="0"/>
              </a:spcAft>
              <a:buSzPts val="1800"/>
              <a:buFont typeface="Inter"/>
              <a:buChar char="●"/>
            </a:pPr>
            <a:r>
              <a:rPr lang="es" sz="1800">
                <a:latin typeface="Inter"/>
                <a:ea typeface="Inter"/>
                <a:cs typeface="Inter"/>
                <a:sym typeface="Inter"/>
              </a:rPr>
              <a:t>El comando principal para buscar patrones es </a:t>
            </a:r>
            <a:r>
              <a:rPr b="1" lang="es" sz="1800">
                <a:solidFill>
                  <a:srgbClr val="E69138"/>
                </a:solidFill>
                <a:latin typeface="Consolas"/>
                <a:ea typeface="Consolas"/>
                <a:cs typeface="Consolas"/>
                <a:sym typeface="Consolas"/>
              </a:rPr>
              <a:t>grep</a:t>
            </a:r>
            <a:endParaRPr b="1" sz="1800">
              <a:solidFill>
                <a:srgbClr val="E69138"/>
              </a:solidFill>
              <a:latin typeface="Consolas"/>
              <a:ea typeface="Consolas"/>
              <a:cs typeface="Consolas"/>
              <a:sym typeface="Consolas"/>
            </a:endParaRPr>
          </a:p>
        </p:txBody>
      </p:sp>
      <p:graphicFrame>
        <p:nvGraphicFramePr>
          <p:cNvPr id="364" name="Google Shape;364;p31"/>
          <p:cNvGraphicFramePr/>
          <p:nvPr/>
        </p:nvGraphicFramePr>
        <p:xfrm>
          <a:off x="139683" y="1774804"/>
          <a:ext cx="3000000" cy="3000000"/>
        </p:xfrm>
        <a:graphic>
          <a:graphicData uri="http://schemas.openxmlformats.org/drawingml/2006/table">
            <a:tbl>
              <a:tblPr>
                <a:noFill/>
                <a:tableStyleId>{375C0671-1DD5-4531-88BC-3A0467856B44}</a:tableStyleId>
              </a:tblPr>
              <a:tblGrid>
                <a:gridCol w="2990750"/>
                <a:gridCol w="5900200"/>
              </a:tblGrid>
              <a:tr h="381000">
                <a:tc>
                  <a:txBody>
                    <a:bodyPr/>
                    <a:lstStyle/>
                    <a:p>
                      <a:pPr indent="0" lvl="0" marL="0" rtl="0" algn="l">
                        <a:spcBef>
                          <a:spcPts val="1000"/>
                        </a:spcBef>
                        <a:spcAft>
                          <a:spcPts val="0"/>
                        </a:spcAft>
                        <a:buNone/>
                      </a:pPr>
                      <a:r>
                        <a:rPr lang="es" sz="1800">
                          <a:solidFill>
                            <a:schemeClr val="dk1"/>
                          </a:solidFill>
                          <a:latin typeface="Inter"/>
                          <a:ea typeface="Inter"/>
                          <a:cs typeface="Inter"/>
                          <a:sym typeface="Inter"/>
                        </a:rPr>
                        <a:t>Caracteres y grupos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c>
                  <a:txBody>
                    <a:bodyPr/>
                    <a:lstStyle/>
                    <a:p>
                      <a:pPr indent="0" lvl="0" marL="0" rtl="0" algn="l">
                        <a:spcBef>
                          <a:spcPts val="1000"/>
                        </a:spcBef>
                        <a:spcAft>
                          <a:spcPts val="0"/>
                        </a:spcAft>
                        <a:buNone/>
                      </a:pPr>
                      <a:r>
                        <a:rPr lang="es" sz="1800">
                          <a:solidFill>
                            <a:schemeClr val="dk1"/>
                          </a:solidFill>
                          <a:latin typeface="Inter"/>
                          <a:ea typeface="Inter"/>
                          <a:cs typeface="Inter"/>
                          <a:sym typeface="Inter"/>
                        </a:rPr>
                        <a:t>a, b, [aA], [0-9], [A-Za-z], [:blank:], [:alnum:]</a:t>
                      </a:r>
                      <a:endParaRPr sz="1800">
                        <a:solidFill>
                          <a:schemeClr val="dk1"/>
                        </a:solidFill>
                        <a:latin typeface="Inter"/>
                        <a:ea typeface="Inter"/>
                        <a:cs typeface="Inter"/>
                        <a:sym typeface="Inter"/>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r>
              <a:tr h="381000">
                <a:tc>
                  <a:txBody>
                    <a:bodyPr/>
                    <a:lstStyle/>
                    <a:p>
                      <a:pPr indent="0" lvl="0" marL="0" rtl="0" algn="l">
                        <a:spcBef>
                          <a:spcPts val="1000"/>
                        </a:spcBef>
                        <a:spcAft>
                          <a:spcPts val="0"/>
                        </a:spcAft>
                        <a:buNone/>
                      </a:pPr>
                      <a:r>
                        <a:rPr lang="es" sz="1800">
                          <a:solidFill>
                            <a:schemeClr val="dk1"/>
                          </a:solidFill>
                          <a:latin typeface="Inter"/>
                          <a:ea typeface="Inter"/>
                          <a:cs typeface="Inter"/>
                          <a:sym typeface="Inter"/>
                        </a:rPr>
                        <a:t>Posicionamiento (anclas)</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c>
                  <a:txBody>
                    <a:bodyPr/>
                    <a:lstStyle/>
                    <a:p>
                      <a:pPr indent="0" lvl="0" marL="0" rtl="0" algn="l">
                        <a:spcBef>
                          <a:spcPts val="1000"/>
                        </a:spcBef>
                        <a:spcAft>
                          <a:spcPts val="0"/>
                        </a:spcAft>
                        <a:buNone/>
                      </a:pPr>
                      <a:r>
                        <a:rPr lang="es" sz="1800">
                          <a:solidFill>
                            <a:schemeClr val="dk1"/>
                          </a:solidFill>
                          <a:latin typeface="Inter"/>
                          <a:ea typeface="Inter"/>
                          <a:cs typeface="Inter"/>
                          <a:sym typeface="Inter"/>
                        </a:rPr>
                        <a:t>^ principio de línea</a:t>
                      </a:r>
                      <a:endParaRPr sz="1800">
                        <a:solidFill>
                          <a:schemeClr val="dk1"/>
                        </a:solidFill>
                        <a:latin typeface="Inter"/>
                        <a:ea typeface="Inter"/>
                        <a:cs typeface="Inter"/>
                        <a:sym typeface="Inter"/>
                      </a:endParaRPr>
                    </a:p>
                    <a:p>
                      <a:pPr indent="0" lvl="0" marL="0" rtl="0" algn="l">
                        <a:spcBef>
                          <a:spcPts val="1000"/>
                        </a:spcBef>
                        <a:spcAft>
                          <a:spcPts val="0"/>
                        </a:spcAft>
                        <a:buNone/>
                      </a:pPr>
                      <a:r>
                        <a:rPr lang="es" sz="1800">
                          <a:solidFill>
                            <a:schemeClr val="dk1"/>
                          </a:solidFill>
                          <a:latin typeface="Inter"/>
                          <a:ea typeface="Inter"/>
                          <a:cs typeface="Inter"/>
                          <a:sym typeface="Inter"/>
                        </a:rPr>
                        <a:t>$ final de línea</a:t>
                      </a:r>
                      <a:endParaRPr sz="1800">
                        <a:solidFill>
                          <a:schemeClr val="dk1"/>
                        </a:solidFill>
                        <a:latin typeface="Inter"/>
                        <a:ea typeface="Inter"/>
                        <a:cs typeface="Inter"/>
                        <a:sym typeface="Inter"/>
                      </a:endParaRPr>
                    </a:p>
                    <a:p>
                      <a:pPr indent="0" lvl="0" marL="0" rtl="0" algn="l">
                        <a:spcBef>
                          <a:spcPts val="1000"/>
                        </a:spcBef>
                        <a:spcAft>
                          <a:spcPts val="0"/>
                        </a:spcAft>
                        <a:buNone/>
                      </a:pPr>
                      <a:r>
                        <a:rPr lang="es" sz="1800">
                          <a:solidFill>
                            <a:schemeClr val="dk1"/>
                          </a:solidFill>
                          <a:latin typeface="Inter"/>
                          <a:ea typeface="Inter"/>
                          <a:cs typeface="Inter"/>
                          <a:sym typeface="Inter"/>
                        </a:rPr>
                        <a:t>\&lt; ppio de palabra</a:t>
                      </a:r>
                      <a:endParaRPr sz="1800">
                        <a:solidFill>
                          <a:schemeClr val="dk1"/>
                        </a:solidFill>
                        <a:latin typeface="Inter"/>
                        <a:ea typeface="Inter"/>
                        <a:cs typeface="Inter"/>
                        <a:sym typeface="Inter"/>
                      </a:endParaRPr>
                    </a:p>
                    <a:p>
                      <a:pPr indent="0" lvl="0" marL="0" rtl="0" algn="l">
                        <a:spcBef>
                          <a:spcPts val="1000"/>
                        </a:spcBef>
                        <a:spcAft>
                          <a:spcPts val="0"/>
                        </a:spcAft>
                        <a:buNone/>
                      </a:pPr>
                      <a:r>
                        <a:rPr lang="es" sz="1800">
                          <a:solidFill>
                            <a:schemeClr val="dk1"/>
                          </a:solidFill>
                          <a:latin typeface="Inter"/>
                          <a:ea typeface="Inter"/>
                          <a:cs typeface="Inter"/>
                          <a:sym typeface="Inter"/>
                        </a:rPr>
                        <a:t>\&gt;  final de palabra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r>
              <a:tr h="381000">
                <a:tc>
                  <a:txBody>
                    <a:bodyPr/>
                    <a:lstStyle/>
                    <a:p>
                      <a:pPr indent="0" lvl="0" marL="0" rtl="0" algn="l">
                        <a:spcBef>
                          <a:spcPts val="1000"/>
                        </a:spcBef>
                        <a:spcAft>
                          <a:spcPts val="0"/>
                        </a:spcAft>
                        <a:buNone/>
                      </a:pPr>
                      <a:r>
                        <a:rPr i="1" lang="es" sz="1800">
                          <a:solidFill>
                            <a:schemeClr val="dk1"/>
                          </a:solidFill>
                          <a:latin typeface="Inter"/>
                          <a:ea typeface="Inter"/>
                          <a:cs typeface="Inter"/>
                          <a:sym typeface="Inter"/>
                        </a:rPr>
                        <a:t>wildcards</a:t>
                      </a:r>
                      <a:endParaRPr i="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c>
                  <a:txBody>
                    <a:bodyPr/>
                    <a:lstStyle/>
                    <a:p>
                      <a:pPr indent="0" lvl="0" marL="0" rtl="0" algn="l">
                        <a:spcBef>
                          <a:spcPts val="1000"/>
                        </a:spcBef>
                        <a:spcAft>
                          <a:spcPts val="0"/>
                        </a:spcAft>
                        <a:buNone/>
                      </a:pPr>
                      <a:r>
                        <a:rPr lang="es" sz="1800">
                          <a:solidFill>
                            <a:schemeClr val="dk1"/>
                          </a:solidFill>
                          <a:latin typeface="Inter"/>
                          <a:ea typeface="Inter"/>
                          <a:cs typeface="Inter"/>
                          <a:sym typeface="Inter"/>
                        </a:rPr>
                        <a:t>. cualquier carácter</a:t>
                      </a:r>
                      <a:endParaRPr sz="1800">
                        <a:solidFill>
                          <a:schemeClr val="dk1"/>
                        </a:solidFill>
                        <a:latin typeface="Inter"/>
                        <a:ea typeface="Inter"/>
                        <a:cs typeface="Inter"/>
                        <a:sym typeface="Inter"/>
                      </a:endParaRPr>
                    </a:p>
                    <a:p>
                      <a:pPr indent="0" lvl="0" marL="0" rtl="0" algn="l">
                        <a:spcBef>
                          <a:spcPts val="1000"/>
                        </a:spcBef>
                        <a:spcAft>
                          <a:spcPts val="0"/>
                        </a:spcAft>
                        <a:buNone/>
                      </a:pPr>
                      <a:r>
                        <a:rPr lang="es" sz="1800">
                          <a:solidFill>
                            <a:schemeClr val="dk1"/>
                          </a:solidFill>
                          <a:latin typeface="Inter"/>
                          <a:ea typeface="Inter"/>
                          <a:cs typeface="Inter"/>
                          <a:sym typeface="Inter"/>
                        </a:rPr>
                        <a:t>* el patrón anterior 0 o más veces</a:t>
                      </a:r>
                      <a:endParaRPr sz="1800">
                        <a:solidFill>
                          <a:schemeClr val="dk1"/>
                        </a:solidFill>
                        <a:latin typeface="Inter"/>
                        <a:ea typeface="Inter"/>
                        <a:cs typeface="Inter"/>
                        <a:sym typeface="Inter"/>
                      </a:endParaRPr>
                    </a:p>
                    <a:p>
                      <a:pPr indent="0" lvl="0" marL="0" rtl="0" algn="l">
                        <a:spcBef>
                          <a:spcPts val="1000"/>
                        </a:spcBef>
                        <a:spcAft>
                          <a:spcPts val="0"/>
                        </a:spcAft>
                        <a:buNone/>
                      </a:pPr>
                      <a:r>
                        <a:rPr lang="es" sz="1800">
                          <a:solidFill>
                            <a:schemeClr val="dk1"/>
                          </a:solidFill>
                          <a:latin typeface="Inter"/>
                          <a:ea typeface="Inter"/>
                          <a:cs typeface="Inter"/>
                          <a:sym typeface="Inter"/>
                        </a:rPr>
                        <a:t>+ el patrón anterior 1 o más veces</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r>
              <a:tr h="381000">
                <a:tc>
                  <a:txBody>
                    <a:bodyPr/>
                    <a:lstStyle/>
                    <a:p>
                      <a:pPr indent="0" lvl="0" marL="0" rtl="0" algn="l">
                        <a:spcBef>
                          <a:spcPts val="1000"/>
                        </a:spcBef>
                        <a:spcAft>
                          <a:spcPts val="0"/>
                        </a:spcAft>
                        <a:buNone/>
                      </a:pPr>
                      <a:r>
                        <a:rPr lang="es" sz="1800">
                          <a:solidFill>
                            <a:schemeClr val="dk1"/>
                          </a:solidFill>
                          <a:latin typeface="Inter"/>
                          <a:ea typeface="Inter"/>
                          <a:cs typeface="Inter"/>
                          <a:sym typeface="Inter"/>
                        </a:rPr>
                        <a:t>Repeticiones</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c>
                  <a:txBody>
                    <a:bodyPr/>
                    <a:lstStyle/>
                    <a:p>
                      <a:pPr indent="0" lvl="0" marL="0" rtl="0" algn="l">
                        <a:spcBef>
                          <a:spcPts val="1000"/>
                        </a:spcBef>
                        <a:spcAft>
                          <a:spcPts val="0"/>
                        </a:spcAft>
                        <a:buNone/>
                      </a:pPr>
                      <a:r>
                        <a:rPr lang="es" sz="1800">
                          <a:solidFill>
                            <a:schemeClr val="dk1"/>
                          </a:solidFill>
                          <a:latin typeface="Inter"/>
                          <a:ea typeface="Inter"/>
                          <a:cs typeface="Inter"/>
                          <a:sym typeface="Inter"/>
                        </a:rPr>
                        <a:t>{N} {N,} {N,M} el patrón se repite N veces, N veces o más, N veces y no más de M</a:t>
                      </a:r>
                      <a:endParaRPr sz="1800">
                        <a:solidFill>
                          <a:schemeClr val="dk1"/>
                        </a:solidFill>
                        <a:latin typeface="Inter"/>
                        <a:ea typeface="Inter"/>
                        <a:cs typeface="Inter"/>
                        <a:sym typeface="Inte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r>
            </a:tbl>
          </a:graphicData>
        </a:graphic>
      </p:graphicFrame>
      <p:sp>
        <p:nvSpPr>
          <p:cNvPr id="365" name="Google Shape;365;p31"/>
          <p:cNvSpPr txBox="1"/>
          <p:nvPr/>
        </p:nvSpPr>
        <p:spPr>
          <a:xfrm>
            <a:off x="139683" y="6288129"/>
            <a:ext cx="8917500" cy="473700"/>
          </a:xfrm>
          <a:prstGeom prst="rect">
            <a:avLst/>
          </a:prstGeom>
          <a:solidFill>
            <a:srgbClr val="F3F3F3"/>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s" sz="1800">
                <a:latin typeface="Inter"/>
                <a:ea typeface="Inter"/>
                <a:cs typeface="Inter"/>
                <a:sym typeface="Inter"/>
              </a:rPr>
              <a:t>Ejemplo</a:t>
            </a:r>
            <a:r>
              <a:rPr lang="es" sz="1800">
                <a:latin typeface="Inter"/>
                <a:ea typeface="Inter"/>
                <a:cs typeface="Inter"/>
                <a:sym typeface="Inter"/>
              </a:rPr>
              <a:t>. Determinar el propósito de </a:t>
            </a:r>
            <a:r>
              <a:rPr lang="es" sz="1800">
                <a:latin typeface="Consolas"/>
                <a:ea typeface="Consolas"/>
                <a:cs typeface="Consolas"/>
                <a:sym typeface="Consolas"/>
              </a:rPr>
              <a:t>"^[0-9]{1,2}$"</a:t>
            </a:r>
            <a:endParaRPr sz="1800">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2"/>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2"/>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i="1" lang="es" sz="3200">
                <a:solidFill>
                  <a:srgbClr val="000000"/>
                </a:solidFill>
                <a:latin typeface="Inter Medium"/>
                <a:ea typeface="Inter Medium"/>
                <a:cs typeface="Inter Medium"/>
                <a:sym typeface="Inter Medium"/>
              </a:rPr>
              <a:t>Scripts Shell</a:t>
            </a:r>
            <a:endParaRPr b="0" i="1" sz="3200" u="none" cap="none" strike="noStrike">
              <a:solidFill>
                <a:srgbClr val="000000"/>
              </a:solidFill>
              <a:latin typeface="Inter Medium"/>
              <a:ea typeface="Inter Medium"/>
              <a:cs typeface="Inter Medium"/>
              <a:sym typeface="Inter Medium"/>
            </a:endParaRPr>
          </a:p>
        </p:txBody>
      </p:sp>
      <p:sp>
        <p:nvSpPr>
          <p:cNvPr id="372" name="Google Shape;372;p32"/>
          <p:cNvSpPr/>
          <p:nvPr/>
        </p:nvSpPr>
        <p:spPr>
          <a:xfrm>
            <a:off x="130475" y="903375"/>
            <a:ext cx="4075200" cy="4747500"/>
          </a:xfrm>
          <a:prstGeom prst="rect">
            <a:avLst/>
          </a:prstGeom>
          <a:solidFill>
            <a:srgbClr val="F3F3F3"/>
          </a:solidFill>
          <a:ln cap="flat" cmpd="sng" w="28575">
            <a:solidFill>
              <a:srgbClr val="43434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rgbClr val="E69138"/>
                </a:solidFill>
                <a:latin typeface="Consolas"/>
                <a:ea typeface="Consolas"/>
                <a:cs typeface="Consolas"/>
                <a:sym typeface="Consolas"/>
              </a:rPr>
              <a:t>#!/bin/bash</a:t>
            </a:r>
            <a:endParaRPr b="1">
              <a:solidFill>
                <a:srgbClr val="E69138"/>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i="1" lang="es">
                <a:latin typeface="Consolas"/>
                <a:ea typeface="Consolas"/>
                <a:cs typeface="Consolas"/>
                <a:sym typeface="Consolas"/>
              </a:rPr>
              <a:t># --- Variables ---</a:t>
            </a:r>
            <a:endParaRPr i="1">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s">
                <a:latin typeface="Consolas"/>
                <a:ea typeface="Consolas"/>
                <a:cs typeface="Consolas"/>
                <a:sym typeface="Consolas"/>
              </a:rPr>
              <a:t>DIR=$1</a:t>
            </a:r>
            <a:endParaRPr>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s">
                <a:latin typeface="Consolas"/>
                <a:ea typeface="Consolas"/>
                <a:cs typeface="Consolas"/>
                <a:sym typeface="Consolas"/>
              </a:rPr>
              <a:t>EXT=$2</a:t>
            </a:r>
            <a:endParaRPr>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i="1" lang="es">
                <a:solidFill>
                  <a:schemeClr val="dk1"/>
                </a:solidFill>
                <a:latin typeface="Consolas"/>
                <a:ea typeface="Consolas"/>
                <a:cs typeface="Consolas"/>
                <a:sym typeface="Consolas"/>
              </a:rPr>
              <a:t># Comprobación de argumentos</a:t>
            </a:r>
            <a:endParaRPr i="1">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s">
                <a:latin typeface="Consolas"/>
                <a:ea typeface="Consolas"/>
                <a:cs typeface="Consolas"/>
                <a:sym typeface="Consolas"/>
              </a:rPr>
              <a:t>echo</a:t>
            </a:r>
            <a:r>
              <a:rPr lang="es">
                <a:latin typeface="Consolas"/>
                <a:ea typeface="Consolas"/>
                <a:cs typeface="Consolas"/>
                <a:sym typeface="Consolas"/>
              </a:rPr>
              <a:t> "Buscando en el directorio: $DIR"</a:t>
            </a:r>
            <a:endParaRPr>
              <a:latin typeface="Consolas"/>
              <a:ea typeface="Consolas"/>
              <a:cs typeface="Consolas"/>
              <a:sym typeface="Consolas"/>
            </a:endParaRPr>
          </a:p>
          <a:p>
            <a:pPr indent="0" lvl="0" marL="0" rtl="0" algn="l">
              <a:lnSpc>
                <a:spcPct val="150000"/>
              </a:lnSpc>
              <a:spcBef>
                <a:spcPts val="0"/>
              </a:spcBef>
              <a:spcAft>
                <a:spcPts val="0"/>
              </a:spcAft>
              <a:buNone/>
            </a:pPr>
            <a:r>
              <a:rPr b="1" lang="es">
                <a:latin typeface="Consolas"/>
                <a:ea typeface="Consolas"/>
                <a:cs typeface="Consolas"/>
                <a:sym typeface="Consolas"/>
              </a:rPr>
              <a:t>echo</a:t>
            </a:r>
            <a:r>
              <a:rPr lang="es">
                <a:latin typeface="Consolas"/>
                <a:ea typeface="Consolas"/>
                <a:cs typeface="Consolas"/>
                <a:sym typeface="Consolas"/>
              </a:rPr>
              <a:t> "Archivos con extensión: .$EXT"</a:t>
            </a:r>
            <a:endParaRPr>
              <a:latin typeface="Consolas"/>
              <a:ea typeface="Consolas"/>
              <a:cs typeface="Consolas"/>
              <a:sym typeface="Consolas"/>
            </a:endParaRPr>
          </a:p>
          <a:p>
            <a:pPr indent="0" lvl="0" marL="0" rtl="0" algn="l">
              <a:lnSpc>
                <a:spcPct val="150000"/>
              </a:lnSpc>
              <a:spcBef>
                <a:spcPts val="0"/>
              </a:spcBef>
              <a:spcAft>
                <a:spcPts val="0"/>
              </a:spcAft>
              <a:buNone/>
            </a:pPr>
            <a:r>
              <a:rPr b="1" lang="es">
                <a:solidFill>
                  <a:srgbClr val="E69138"/>
                </a:solidFill>
                <a:latin typeface="Consolas"/>
                <a:ea typeface="Consolas"/>
                <a:cs typeface="Consolas"/>
                <a:sym typeface="Consolas"/>
              </a:rPr>
              <a:t>if</a:t>
            </a:r>
            <a:r>
              <a:rPr lang="es">
                <a:latin typeface="Consolas"/>
                <a:ea typeface="Consolas"/>
                <a:cs typeface="Consolas"/>
                <a:sym typeface="Consolas"/>
              </a:rPr>
              <a:t> </a:t>
            </a:r>
            <a:r>
              <a:rPr b="1" lang="es">
                <a:latin typeface="Consolas"/>
                <a:ea typeface="Consolas"/>
                <a:cs typeface="Consolas"/>
                <a:sym typeface="Consolas"/>
              </a:rPr>
              <a:t>[[</a:t>
            </a:r>
            <a:r>
              <a:rPr lang="es">
                <a:latin typeface="Consolas"/>
                <a:ea typeface="Consolas"/>
                <a:cs typeface="Consolas"/>
                <a:sym typeface="Consolas"/>
              </a:rPr>
              <a:t> ! </a:t>
            </a:r>
            <a:r>
              <a:rPr b="1" lang="es">
                <a:latin typeface="Consolas"/>
                <a:ea typeface="Consolas"/>
                <a:cs typeface="Consolas"/>
                <a:sym typeface="Consolas"/>
              </a:rPr>
              <a:t>-d</a:t>
            </a:r>
            <a:r>
              <a:rPr lang="es">
                <a:latin typeface="Consolas"/>
                <a:ea typeface="Consolas"/>
                <a:cs typeface="Consolas"/>
                <a:sym typeface="Consolas"/>
              </a:rPr>
              <a:t> "$DIR" </a:t>
            </a:r>
            <a:r>
              <a:rPr b="1" lang="es">
                <a:latin typeface="Consolas"/>
                <a:ea typeface="Consolas"/>
                <a:cs typeface="Consolas"/>
                <a:sym typeface="Consolas"/>
              </a:rPr>
              <a:t>]]</a:t>
            </a:r>
            <a:r>
              <a:rPr lang="es">
                <a:latin typeface="Consolas"/>
                <a:ea typeface="Consolas"/>
                <a:cs typeface="Consolas"/>
                <a:sym typeface="Consolas"/>
              </a:rPr>
              <a:t>; then</a:t>
            </a:r>
            <a:endParaRPr>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s">
                <a:latin typeface="Consolas"/>
                <a:ea typeface="Consolas"/>
                <a:cs typeface="Consolas"/>
                <a:sym typeface="Consolas"/>
              </a:rPr>
              <a:t>    </a:t>
            </a:r>
            <a:r>
              <a:rPr b="1" lang="es">
                <a:latin typeface="Consolas"/>
                <a:ea typeface="Consolas"/>
                <a:cs typeface="Consolas"/>
                <a:sym typeface="Consolas"/>
              </a:rPr>
              <a:t>echo</a:t>
            </a:r>
            <a:r>
              <a:rPr lang="es">
                <a:latin typeface="Consolas"/>
                <a:ea typeface="Consolas"/>
                <a:cs typeface="Consolas"/>
                <a:sym typeface="Consolas"/>
              </a:rPr>
              <a:t> "Error: El $DIR no existe."</a:t>
            </a:r>
            <a:endParaRPr>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s">
                <a:latin typeface="Consolas"/>
                <a:ea typeface="Consolas"/>
                <a:cs typeface="Consolas"/>
                <a:sym typeface="Consolas"/>
              </a:rPr>
              <a:t>    </a:t>
            </a:r>
            <a:r>
              <a:rPr b="1" lang="es">
                <a:latin typeface="Consolas"/>
                <a:ea typeface="Consolas"/>
                <a:cs typeface="Consolas"/>
                <a:sym typeface="Consolas"/>
              </a:rPr>
              <a:t>exit</a:t>
            </a:r>
            <a:r>
              <a:rPr lang="es">
                <a:latin typeface="Consolas"/>
                <a:ea typeface="Consolas"/>
                <a:cs typeface="Consolas"/>
                <a:sym typeface="Consolas"/>
              </a:rPr>
              <a:t> 1</a:t>
            </a:r>
            <a:endParaRPr>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s">
                <a:solidFill>
                  <a:srgbClr val="E69138"/>
                </a:solidFill>
                <a:latin typeface="Consolas"/>
                <a:ea typeface="Consolas"/>
                <a:cs typeface="Consolas"/>
                <a:sym typeface="Consolas"/>
              </a:rPr>
              <a:t>fi</a:t>
            </a:r>
            <a:endParaRPr b="1">
              <a:solidFill>
                <a:srgbClr val="E69138"/>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i="1" lang="es">
                <a:latin typeface="Consolas"/>
                <a:ea typeface="Consolas"/>
                <a:cs typeface="Consolas"/>
                <a:sym typeface="Consolas"/>
              </a:rPr>
              <a:t># Usar find para la búsqueda</a:t>
            </a:r>
            <a:endParaRPr>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s">
                <a:latin typeface="Consolas"/>
                <a:ea typeface="Consolas"/>
                <a:cs typeface="Consolas"/>
                <a:sym typeface="Consolas"/>
              </a:rPr>
              <a:t>find</a:t>
            </a:r>
            <a:r>
              <a:rPr lang="es">
                <a:latin typeface="Consolas"/>
                <a:ea typeface="Consolas"/>
                <a:cs typeface="Consolas"/>
                <a:sym typeface="Consolas"/>
              </a:rPr>
              <a:t> "$DIR" -type f -name "*.${EXT}"</a:t>
            </a:r>
            <a:endParaRPr>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b="1" lang="es">
                <a:latin typeface="Consolas"/>
                <a:ea typeface="Consolas"/>
                <a:cs typeface="Consolas"/>
                <a:sym typeface="Consolas"/>
              </a:rPr>
              <a:t>exit</a:t>
            </a:r>
            <a:r>
              <a:rPr lang="es">
                <a:latin typeface="Consolas"/>
                <a:ea typeface="Consolas"/>
                <a:cs typeface="Consolas"/>
                <a:sym typeface="Consolas"/>
              </a:rPr>
              <a:t> 0</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p:txBody>
      </p:sp>
      <p:sp>
        <p:nvSpPr>
          <p:cNvPr id="373" name="Google Shape;373;p32"/>
          <p:cNvSpPr txBox="1"/>
          <p:nvPr/>
        </p:nvSpPr>
        <p:spPr>
          <a:xfrm>
            <a:off x="4572000" y="903375"/>
            <a:ext cx="45051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Inter"/>
                <a:ea typeface="Inter"/>
                <a:cs typeface="Inter"/>
                <a:sym typeface="Inter"/>
              </a:rPr>
              <a:t>Los scripts comienzan definiendo el intérprete (</a:t>
            </a:r>
            <a:r>
              <a:rPr i="1" lang="es" sz="1600">
                <a:solidFill>
                  <a:schemeClr val="dk1"/>
                </a:solidFill>
                <a:latin typeface="Inter"/>
                <a:ea typeface="Inter"/>
                <a:cs typeface="Inter"/>
                <a:sym typeface="Inter"/>
              </a:rPr>
              <a:t>shebang </a:t>
            </a:r>
            <a:r>
              <a:rPr i="1" lang="es" sz="1600">
                <a:solidFill>
                  <a:schemeClr val="dk1"/>
                </a:solidFill>
                <a:latin typeface="Consolas"/>
                <a:ea typeface="Consolas"/>
                <a:cs typeface="Consolas"/>
                <a:sym typeface="Consolas"/>
              </a:rPr>
              <a:t>#!</a:t>
            </a:r>
            <a:r>
              <a:rPr i="1" lang="es" sz="1600">
                <a:solidFill>
                  <a:schemeClr val="dk1"/>
                </a:solidFill>
                <a:latin typeface="Inter"/>
                <a:ea typeface="Inter"/>
                <a:cs typeface="Inter"/>
                <a:sym typeface="Inter"/>
              </a:rPr>
              <a:t>)</a:t>
            </a:r>
            <a:r>
              <a:rPr lang="es" sz="1600">
                <a:solidFill>
                  <a:schemeClr val="dk1"/>
                </a:solidFill>
                <a:latin typeface="Inter"/>
                <a:ea typeface="Inter"/>
                <a:cs typeface="Inter"/>
                <a:sym typeface="Inter"/>
              </a:rPr>
              <a:t>. El kernel es el responsable de la carga (i.e. común para otros lenguajes python…)</a:t>
            </a:r>
            <a:endParaRPr sz="1600">
              <a:solidFill>
                <a:schemeClr val="dk1"/>
              </a:solidFill>
              <a:latin typeface="Inter"/>
              <a:ea typeface="Inter"/>
              <a:cs typeface="Inter"/>
              <a:sym typeface="Inter"/>
            </a:endParaRPr>
          </a:p>
        </p:txBody>
      </p:sp>
      <p:cxnSp>
        <p:nvCxnSpPr>
          <p:cNvPr id="374" name="Google Shape;374;p32"/>
          <p:cNvCxnSpPr>
            <a:endCxn id="373" idx="1"/>
          </p:cNvCxnSpPr>
          <p:nvPr/>
        </p:nvCxnSpPr>
        <p:spPr>
          <a:xfrm>
            <a:off x="1383900" y="1102425"/>
            <a:ext cx="3188100" cy="385800"/>
          </a:xfrm>
          <a:prstGeom prst="straightConnector1">
            <a:avLst/>
          </a:prstGeom>
          <a:noFill/>
          <a:ln cap="flat" cmpd="sng" w="9525">
            <a:solidFill>
              <a:srgbClr val="E69138"/>
            </a:solidFill>
            <a:prstDash val="solid"/>
            <a:round/>
            <a:headEnd len="med" w="med" type="oval"/>
            <a:tailEnd len="med" w="med" type="triangle"/>
          </a:ln>
        </p:spPr>
      </p:cxnSp>
      <p:cxnSp>
        <p:nvCxnSpPr>
          <p:cNvPr id="375" name="Google Shape;375;p32"/>
          <p:cNvCxnSpPr/>
          <p:nvPr/>
        </p:nvCxnSpPr>
        <p:spPr>
          <a:xfrm>
            <a:off x="1521925" y="1521925"/>
            <a:ext cx="0" cy="577800"/>
          </a:xfrm>
          <a:prstGeom prst="straightConnector1">
            <a:avLst/>
          </a:prstGeom>
          <a:noFill/>
          <a:ln cap="flat" cmpd="sng" w="19050">
            <a:solidFill>
              <a:srgbClr val="E69138"/>
            </a:solidFill>
            <a:prstDash val="solid"/>
            <a:round/>
            <a:headEnd len="med" w="med" type="none"/>
            <a:tailEnd len="med" w="med" type="none"/>
          </a:ln>
        </p:spPr>
      </p:cxnSp>
      <p:sp>
        <p:nvSpPr>
          <p:cNvPr id="376" name="Google Shape;376;p32"/>
          <p:cNvSpPr txBox="1"/>
          <p:nvPr/>
        </p:nvSpPr>
        <p:spPr>
          <a:xfrm>
            <a:off x="4572000" y="2259650"/>
            <a:ext cx="4572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Inter"/>
                <a:ea typeface="Inter"/>
                <a:cs typeface="Inter"/>
                <a:sym typeface="Inter"/>
              </a:rPr>
              <a:t>Las variables se definen con =, </a:t>
            </a:r>
            <a:r>
              <a:rPr b="1" lang="es" sz="1600">
                <a:solidFill>
                  <a:schemeClr val="dk1"/>
                </a:solidFill>
                <a:latin typeface="Inter"/>
                <a:ea typeface="Inter"/>
                <a:cs typeface="Inter"/>
                <a:sym typeface="Inter"/>
              </a:rPr>
              <a:t>sin espacios</a:t>
            </a:r>
            <a:r>
              <a:rPr lang="es" sz="1600">
                <a:solidFill>
                  <a:schemeClr val="dk1"/>
                </a:solidFill>
                <a:latin typeface="Inter"/>
                <a:ea typeface="Inter"/>
                <a:cs typeface="Inter"/>
                <a:sym typeface="Inter"/>
              </a:rPr>
              <a:t>. </a:t>
            </a:r>
            <a:r>
              <a:rPr lang="es" sz="1600">
                <a:solidFill>
                  <a:schemeClr val="dk1"/>
                </a:solidFill>
                <a:latin typeface="Consolas"/>
                <a:ea typeface="Consolas"/>
                <a:cs typeface="Consolas"/>
                <a:sym typeface="Consolas"/>
              </a:rPr>
              <a:t>$1</a:t>
            </a:r>
            <a:r>
              <a:rPr lang="es" sz="1600">
                <a:solidFill>
                  <a:schemeClr val="dk1"/>
                </a:solidFill>
                <a:latin typeface="Inter"/>
                <a:ea typeface="Inter"/>
                <a:cs typeface="Inter"/>
                <a:sym typeface="Inter"/>
              </a:rPr>
              <a:t>,</a:t>
            </a:r>
            <a:r>
              <a:rPr lang="es" sz="1600">
                <a:solidFill>
                  <a:schemeClr val="dk1"/>
                </a:solidFill>
                <a:latin typeface="Consolas"/>
                <a:ea typeface="Consolas"/>
                <a:cs typeface="Consolas"/>
                <a:sym typeface="Consolas"/>
              </a:rPr>
              <a:t>$2,</a:t>
            </a:r>
            <a:r>
              <a:rPr lang="es" sz="1600">
                <a:solidFill>
                  <a:schemeClr val="dk1"/>
                </a:solidFill>
                <a:latin typeface="Inter"/>
                <a:ea typeface="Inter"/>
                <a:cs typeface="Inter"/>
                <a:sym typeface="Inter"/>
              </a:rPr>
              <a:t> son los argumentos del programa</a:t>
            </a:r>
            <a:endParaRPr sz="1600">
              <a:solidFill>
                <a:schemeClr val="dk1"/>
              </a:solidFill>
              <a:latin typeface="Inter"/>
              <a:ea typeface="Inter"/>
              <a:cs typeface="Inter"/>
              <a:sym typeface="Inter"/>
            </a:endParaRPr>
          </a:p>
        </p:txBody>
      </p:sp>
      <p:cxnSp>
        <p:nvCxnSpPr>
          <p:cNvPr id="377" name="Google Shape;377;p32"/>
          <p:cNvCxnSpPr>
            <a:endCxn id="376" idx="1"/>
          </p:cNvCxnSpPr>
          <p:nvPr/>
        </p:nvCxnSpPr>
        <p:spPr>
          <a:xfrm>
            <a:off x="1521900" y="1807700"/>
            <a:ext cx="3050100" cy="790500"/>
          </a:xfrm>
          <a:prstGeom prst="straightConnector1">
            <a:avLst/>
          </a:prstGeom>
          <a:noFill/>
          <a:ln cap="flat" cmpd="sng" w="9525">
            <a:solidFill>
              <a:srgbClr val="E69138"/>
            </a:solidFill>
            <a:prstDash val="solid"/>
            <a:round/>
            <a:headEnd len="med" w="med" type="none"/>
            <a:tailEnd len="med" w="med" type="triangle"/>
          </a:ln>
        </p:spPr>
      </p:cxnSp>
      <p:sp>
        <p:nvSpPr>
          <p:cNvPr id="378" name="Google Shape;378;p32"/>
          <p:cNvSpPr txBox="1"/>
          <p:nvPr/>
        </p:nvSpPr>
        <p:spPr>
          <a:xfrm>
            <a:off x="4572000" y="3135125"/>
            <a:ext cx="4505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Inter"/>
                <a:ea typeface="Inter"/>
                <a:cs typeface="Inter"/>
                <a:sym typeface="Inter"/>
              </a:rPr>
              <a:t>Las </a:t>
            </a:r>
            <a:r>
              <a:rPr i="1" lang="es" sz="1600">
                <a:solidFill>
                  <a:schemeClr val="dk1"/>
                </a:solidFill>
                <a:latin typeface="Inter"/>
                <a:ea typeface="Inter"/>
                <a:cs typeface="Inter"/>
                <a:sym typeface="Inter"/>
              </a:rPr>
              <a:t>shell</a:t>
            </a:r>
            <a:r>
              <a:rPr lang="es" sz="1600">
                <a:solidFill>
                  <a:schemeClr val="dk1"/>
                </a:solidFill>
                <a:latin typeface="Inter"/>
                <a:ea typeface="Inter"/>
                <a:cs typeface="Inter"/>
                <a:sym typeface="Inter"/>
              </a:rPr>
              <a:t> cuenta con las estructuras b</a:t>
            </a:r>
            <a:r>
              <a:rPr lang="es" sz="1600">
                <a:solidFill>
                  <a:schemeClr val="dk1"/>
                </a:solidFill>
                <a:latin typeface="Inter"/>
                <a:ea typeface="Inter"/>
                <a:cs typeface="Inter"/>
                <a:sym typeface="Inter"/>
              </a:rPr>
              <a:t>ásicas </a:t>
            </a:r>
            <a:r>
              <a:rPr lang="es" sz="1600">
                <a:solidFill>
                  <a:schemeClr val="dk1"/>
                </a:solidFill>
                <a:latin typeface="Consolas"/>
                <a:ea typeface="Consolas"/>
                <a:cs typeface="Consolas"/>
                <a:sym typeface="Consolas"/>
              </a:rPr>
              <a:t>if-else</a:t>
            </a:r>
            <a:r>
              <a:rPr lang="es" sz="1600">
                <a:solidFill>
                  <a:schemeClr val="dk1"/>
                </a:solidFill>
                <a:latin typeface="Inter"/>
                <a:ea typeface="Inter"/>
                <a:cs typeface="Inter"/>
                <a:sym typeface="Inter"/>
              </a:rPr>
              <a:t>, </a:t>
            </a:r>
            <a:r>
              <a:rPr lang="es" sz="1600">
                <a:solidFill>
                  <a:schemeClr val="dk1"/>
                </a:solidFill>
                <a:latin typeface="Consolas"/>
                <a:ea typeface="Consolas"/>
                <a:cs typeface="Consolas"/>
                <a:sym typeface="Consolas"/>
              </a:rPr>
              <a:t>for</a:t>
            </a:r>
            <a:r>
              <a:rPr lang="es" sz="1600">
                <a:solidFill>
                  <a:schemeClr val="dk1"/>
                </a:solidFill>
                <a:latin typeface="Inter"/>
                <a:ea typeface="Inter"/>
                <a:cs typeface="Inter"/>
                <a:sym typeface="Inter"/>
              </a:rPr>
              <a:t>, </a:t>
            </a:r>
            <a:r>
              <a:rPr lang="es" sz="1600">
                <a:solidFill>
                  <a:schemeClr val="dk1"/>
                </a:solidFill>
                <a:latin typeface="Consolas"/>
                <a:ea typeface="Consolas"/>
                <a:cs typeface="Consolas"/>
                <a:sym typeface="Consolas"/>
              </a:rPr>
              <a:t>case</a:t>
            </a:r>
            <a:r>
              <a:rPr lang="es" sz="1600">
                <a:solidFill>
                  <a:schemeClr val="dk1"/>
                </a:solidFill>
                <a:latin typeface="Inter"/>
                <a:ea typeface="Inter"/>
                <a:cs typeface="Inter"/>
                <a:sym typeface="Inter"/>
              </a:rPr>
              <a:t>, </a:t>
            </a:r>
            <a:r>
              <a:rPr lang="es" sz="1600">
                <a:solidFill>
                  <a:schemeClr val="dk1"/>
                </a:solidFill>
                <a:latin typeface="Consolas"/>
                <a:ea typeface="Consolas"/>
                <a:cs typeface="Consolas"/>
                <a:sym typeface="Consolas"/>
              </a:rPr>
              <a:t>arrays</a:t>
            </a:r>
            <a:r>
              <a:rPr lang="es" sz="1600">
                <a:solidFill>
                  <a:schemeClr val="dk1"/>
                </a:solidFill>
                <a:latin typeface="Inter"/>
                <a:ea typeface="Inter"/>
                <a:cs typeface="Inter"/>
                <a:sym typeface="Inter"/>
              </a:rPr>
              <a:t>, funciones…</a:t>
            </a:r>
            <a:endParaRPr sz="1600">
              <a:solidFill>
                <a:schemeClr val="dk1"/>
              </a:solidFill>
              <a:latin typeface="Inter"/>
              <a:ea typeface="Inter"/>
              <a:cs typeface="Inter"/>
              <a:sym typeface="Inter"/>
            </a:endParaRPr>
          </a:p>
        </p:txBody>
      </p:sp>
      <p:cxnSp>
        <p:nvCxnSpPr>
          <p:cNvPr id="379" name="Google Shape;379;p32"/>
          <p:cNvCxnSpPr>
            <a:endCxn id="378" idx="1"/>
          </p:cNvCxnSpPr>
          <p:nvPr/>
        </p:nvCxnSpPr>
        <p:spPr>
          <a:xfrm>
            <a:off x="3807900" y="3473675"/>
            <a:ext cx="764100" cy="0"/>
          </a:xfrm>
          <a:prstGeom prst="straightConnector1">
            <a:avLst/>
          </a:prstGeom>
          <a:noFill/>
          <a:ln cap="flat" cmpd="sng" w="9525">
            <a:solidFill>
              <a:srgbClr val="E69138"/>
            </a:solidFill>
            <a:prstDash val="solid"/>
            <a:round/>
            <a:headEnd len="med" w="med" type="oval"/>
            <a:tailEnd len="med" w="med" type="triangle"/>
          </a:ln>
        </p:spPr>
      </p:cxnSp>
      <p:sp>
        <p:nvSpPr>
          <p:cNvPr id="380" name="Google Shape;380;p32"/>
          <p:cNvSpPr txBox="1"/>
          <p:nvPr/>
        </p:nvSpPr>
        <p:spPr>
          <a:xfrm>
            <a:off x="4572000" y="4447750"/>
            <a:ext cx="45051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Inter"/>
                <a:ea typeface="Inter"/>
                <a:cs typeface="Inter"/>
                <a:sym typeface="Inter"/>
              </a:rPr>
              <a:t>Los comandos se pueden ejecutar directamente, su salida puede </a:t>
            </a:r>
            <a:r>
              <a:rPr lang="es" sz="1600">
                <a:solidFill>
                  <a:schemeClr val="dk1"/>
                </a:solidFill>
                <a:latin typeface="Inter"/>
                <a:ea typeface="Inter"/>
                <a:cs typeface="Inter"/>
                <a:sym typeface="Inter"/>
              </a:rPr>
              <a:t>almacenarse</a:t>
            </a:r>
            <a:r>
              <a:rPr lang="es" sz="1600">
                <a:solidFill>
                  <a:schemeClr val="dk1"/>
                </a:solidFill>
                <a:latin typeface="Inter"/>
                <a:ea typeface="Inter"/>
                <a:cs typeface="Inter"/>
                <a:sym typeface="Inter"/>
              </a:rPr>
              <a:t> en variables o comprobarse con </a:t>
            </a:r>
            <a:r>
              <a:rPr lang="es" sz="1600">
                <a:solidFill>
                  <a:schemeClr val="dk1"/>
                </a:solidFill>
                <a:latin typeface="Consolas"/>
                <a:ea typeface="Consolas"/>
                <a:cs typeface="Consolas"/>
                <a:sym typeface="Consolas"/>
              </a:rPr>
              <a:t>$?</a:t>
            </a:r>
            <a:r>
              <a:rPr lang="es" sz="1600">
                <a:solidFill>
                  <a:schemeClr val="dk1"/>
                </a:solidFill>
                <a:latin typeface="Inter"/>
                <a:ea typeface="Inter"/>
                <a:cs typeface="Inter"/>
                <a:sym typeface="Inter"/>
              </a:rPr>
              <a:t> o ejecución condicional </a:t>
            </a:r>
            <a:r>
              <a:rPr lang="es" sz="1600">
                <a:solidFill>
                  <a:schemeClr val="dk1"/>
                </a:solidFill>
                <a:latin typeface="Consolas"/>
                <a:ea typeface="Consolas"/>
                <a:cs typeface="Consolas"/>
                <a:sym typeface="Consolas"/>
              </a:rPr>
              <a:t>|| </a:t>
            </a:r>
            <a:r>
              <a:rPr lang="es" sz="1600">
                <a:solidFill>
                  <a:schemeClr val="dk1"/>
                </a:solidFill>
                <a:latin typeface="Inter"/>
                <a:ea typeface="Inter"/>
                <a:cs typeface="Inter"/>
                <a:sym typeface="Inter"/>
              </a:rPr>
              <a:t>y </a:t>
            </a:r>
            <a:r>
              <a:rPr lang="es" sz="1600">
                <a:solidFill>
                  <a:schemeClr val="dk1"/>
                </a:solidFill>
                <a:latin typeface="Consolas"/>
                <a:ea typeface="Consolas"/>
                <a:cs typeface="Consolas"/>
                <a:sym typeface="Consolas"/>
              </a:rPr>
              <a:t>&amp;&amp;</a:t>
            </a:r>
            <a:endParaRPr sz="1600">
              <a:solidFill>
                <a:schemeClr val="dk1"/>
              </a:solidFill>
              <a:latin typeface="Consolas"/>
              <a:ea typeface="Consolas"/>
              <a:cs typeface="Consolas"/>
              <a:sym typeface="Consolas"/>
            </a:endParaRPr>
          </a:p>
        </p:txBody>
      </p:sp>
      <p:cxnSp>
        <p:nvCxnSpPr>
          <p:cNvPr id="381" name="Google Shape;381;p32"/>
          <p:cNvCxnSpPr/>
          <p:nvPr/>
        </p:nvCxnSpPr>
        <p:spPr>
          <a:xfrm>
            <a:off x="3824225" y="4838000"/>
            <a:ext cx="747900" cy="10200"/>
          </a:xfrm>
          <a:prstGeom prst="straightConnector1">
            <a:avLst/>
          </a:prstGeom>
          <a:noFill/>
          <a:ln cap="flat" cmpd="sng" w="9525">
            <a:solidFill>
              <a:srgbClr val="E69138"/>
            </a:solidFill>
            <a:prstDash val="solid"/>
            <a:round/>
            <a:headEnd len="med" w="med" type="oval"/>
            <a:tailEnd len="med" w="med" type="triangle"/>
          </a:ln>
        </p:spPr>
      </p:cxnSp>
      <p:sp>
        <p:nvSpPr>
          <p:cNvPr id="382" name="Google Shape;382;p32"/>
          <p:cNvSpPr txBox="1"/>
          <p:nvPr/>
        </p:nvSpPr>
        <p:spPr>
          <a:xfrm>
            <a:off x="1488000" y="6030750"/>
            <a:ext cx="6168000" cy="431100"/>
          </a:xfrm>
          <a:prstGeom prst="rect">
            <a:avLst/>
          </a:prstGeom>
          <a:solidFill>
            <a:srgbClr val="F3F3F3"/>
          </a:solidFill>
          <a:ln cap="flat" cmpd="sng" w="9525">
            <a:solidFill>
              <a:srgbClr val="666666"/>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1000"/>
              </a:spcBef>
              <a:spcAft>
                <a:spcPts val="0"/>
              </a:spcAft>
              <a:buNone/>
            </a:pPr>
            <a:r>
              <a:rPr b="1" lang="es" sz="1600">
                <a:solidFill>
                  <a:schemeClr val="dk1"/>
                </a:solidFill>
                <a:latin typeface="Inter"/>
                <a:ea typeface="Inter"/>
                <a:cs typeface="Inter"/>
                <a:sym typeface="Inter"/>
              </a:rPr>
              <a:t>Nota</a:t>
            </a:r>
            <a:r>
              <a:rPr lang="es" sz="1600">
                <a:solidFill>
                  <a:schemeClr val="dk1"/>
                </a:solidFill>
                <a:latin typeface="Inter"/>
                <a:ea typeface="Inter"/>
                <a:cs typeface="Inter"/>
                <a:sym typeface="Inter"/>
              </a:rPr>
              <a:t>: Debe observarse la sintaxis del int</a:t>
            </a:r>
            <a:r>
              <a:rPr lang="es" sz="1600">
                <a:solidFill>
                  <a:schemeClr val="dk1"/>
                </a:solidFill>
                <a:latin typeface="Inter"/>
                <a:ea typeface="Inter"/>
                <a:cs typeface="Inter"/>
                <a:sym typeface="Inter"/>
              </a:rPr>
              <a:t>érprete usado (bash)</a:t>
            </a:r>
            <a:endParaRPr sz="1600">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8" name="Shape 388"/>
        <p:cNvGrpSpPr/>
        <p:nvPr/>
      </p:nvGrpSpPr>
      <p:grpSpPr>
        <a:xfrm>
          <a:off x="0" y="0"/>
          <a:ext cx="0" cy="0"/>
          <a:chOff x="0" y="0"/>
          <a:chExt cx="0" cy="0"/>
        </a:xfrm>
      </p:grpSpPr>
      <p:sp>
        <p:nvSpPr>
          <p:cNvPr id="389" name="Google Shape;389;p33"/>
          <p:cNvSpPr txBox="1"/>
          <p:nvPr>
            <p:ph idx="1" type="subTitle"/>
          </p:nvPr>
        </p:nvSpPr>
        <p:spPr>
          <a:xfrm>
            <a:off x="954245" y="76850"/>
            <a:ext cx="8181300" cy="91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A50021"/>
              </a:buClr>
              <a:buFont typeface="Arial"/>
              <a:buNone/>
            </a:pPr>
            <a:r>
              <a:rPr lang="es">
                <a:latin typeface="Inter SemiBold"/>
                <a:ea typeface="Inter SemiBold"/>
                <a:cs typeface="Inter SemiBold"/>
                <a:sym typeface="Inter SemiBold"/>
              </a:rPr>
              <a:t>SISTEMAS OPERATIVOS</a:t>
            </a:r>
            <a:endParaRPr>
              <a:latin typeface="Inter SemiBold"/>
              <a:ea typeface="Inter SemiBold"/>
              <a:cs typeface="Inter SemiBold"/>
              <a:sym typeface="Inter SemiBold"/>
            </a:endParaRPr>
          </a:p>
          <a:p>
            <a:pPr indent="0" lvl="0" marL="0" marR="0" rtl="0" algn="l">
              <a:lnSpc>
                <a:spcPct val="100000"/>
              </a:lnSpc>
              <a:spcBef>
                <a:spcPts val="360"/>
              </a:spcBef>
              <a:spcAft>
                <a:spcPts val="0"/>
              </a:spcAft>
              <a:buClr>
                <a:srgbClr val="A50021"/>
              </a:buClr>
              <a:buFont typeface="Arial"/>
              <a:buNone/>
            </a:pPr>
            <a:r>
              <a:rPr i="1" lang="es" sz="1400" u="none" cap="none" strike="noStrike">
                <a:solidFill>
                  <a:srgbClr val="000000"/>
                </a:solidFill>
                <a:latin typeface="Inter"/>
                <a:ea typeface="Inter"/>
                <a:cs typeface="Inter"/>
                <a:sym typeface="Inter"/>
              </a:rPr>
              <a:t>Grado en </a:t>
            </a:r>
            <a:r>
              <a:rPr i="1" lang="es" sz="1400">
                <a:latin typeface="Inter"/>
                <a:ea typeface="Inter"/>
                <a:cs typeface="Inter"/>
                <a:sym typeface="Inter"/>
              </a:rPr>
              <a:t>Desarrollo de Videojuegos</a:t>
            </a:r>
            <a:endParaRPr i="1" sz="1400" u="none" cap="none" strike="noStrike">
              <a:solidFill>
                <a:srgbClr val="000000"/>
              </a:solidFill>
              <a:latin typeface="Inter"/>
              <a:ea typeface="Inter"/>
              <a:cs typeface="Inter"/>
              <a:sym typeface="Inter"/>
            </a:endParaRPr>
          </a:p>
          <a:p>
            <a:pPr indent="0" lvl="0" marL="0" marR="0" rtl="0" algn="l">
              <a:lnSpc>
                <a:spcPct val="100000"/>
              </a:lnSpc>
              <a:spcBef>
                <a:spcPts val="360"/>
              </a:spcBef>
              <a:spcAft>
                <a:spcPts val="0"/>
              </a:spcAft>
              <a:buClr>
                <a:srgbClr val="A50021"/>
              </a:buClr>
              <a:buFont typeface="Arial"/>
              <a:buNone/>
            </a:pPr>
            <a:r>
              <a:rPr i="1" lang="es" sz="1400" u="none" cap="none" strike="noStrike">
                <a:solidFill>
                  <a:srgbClr val="000000"/>
                </a:solidFill>
                <a:latin typeface="Inter"/>
                <a:ea typeface="Inter"/>
                <a:cs typeface="Inter"/>
                <a:sym typeface="Inter"/>
              </a:rPr>
              <a:t>Universidad Complutense de Madrid</a:t>
            </a:r>
            <a:endParaRPr i="0" sz="1400" u="none" cap="none" strike="noStrike">
              <a:solidFill>
                <a:srgbClr val="000000"/>
              </a:solidFill>
              <a:latin typeface="Inter"/>
              <a:ea typeface="Inter"/>
              <a:cs typeface="Inter"/>
              <a:sym typeface="Inter"/>
            </a:endParaRPr>
          </a:p>
        </p:txBody>
      </p:sp>
      <p:sp>
        <p:nvSpPr>
          <p:cNvPr id="390" name="Google Shape;390;p33"/>
          <p:cNvSpPr/>
          <p:nvPr/>
        </p:nvSpPr>
        <p:spPr>
          <a:xfrm>
            <a:off x="8400" y="113285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3"/>
          <p:cNvSpPr txBox="1"/>
          <p:nvPr>
            <p:ph idx="4294967295" type="ctrTitle"/>
          </p:nvPr>
        </p:nvSpPr>
        <p:spPr>
          <a:xfrm>
            <a:off x="0" y="2720725"/>
            <a:ext cx="8859900" cy="91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50021"/>
              </a:buClr>
              <a:buFont typeface="Arial"/>
              <a:buNone/>
            </a:pPr>
            <a:r>
              <a:rPr i="0" lang="es" sz="3000" u="none" cap="none" strike="noStrike">
                <a:solidFill>
                  <a:srgbClr val="4279B1"/>
                </a:solidFill>
                <a:latin typeface="Inter"/>
                <a:ea typeface="Inter"/>
                <a:cs typeface="Inter"/>
                <a:sym typeface="Inter"/>
              </a:rPr>
              <a:t>TEMA </a:t>
            </a:r>
            <a:r>
              <a:rPr lang="es" sz="3000">
                <a:solidFill>
                  <a:srgbClr val="4279B1"/>
                </a:solidFill>
                <a:latin typeface="Inter"/>
                <a:ea typeface="Inter"/>
                <a:cs typeface="Inter"/>
                <a:sym typeface="Inter"/>
              </a:rPr>
              <a:t>1.3</a:t>
            </a:r>
            <a:r>
              <a:rPr i="0" lang="es" sz="3000" u="none" cap="none" strike="noStrike">
                <a:solidFill>
                  <a:srgbClr val="4279B1"/>
                </a:solidFill>
                <a:latin typeface="Inter"/>
                <a:ea typeface="Inter"/>
                <a:cs typeface="Inter"/>
                <a:sym typeface="Inter"/>
              </a:rPr>
              <a:t> </a:t>
            </a:r>
            <a:r>
              <a:rPr lang="es" sz="3000">
                <a:solidFill>
                  <a:srgbClr val="4279B1"/>
                </a:solidFill>
                <a:latin typeface="Inter"/>
                <a:ea typeface="Inter"/>
                <a:cs typeface="Inter"/>
                <a:sym typeface="Inter"/>
              </a:rPr>
              <a:t>Llamadas al Sistema y Entorno de Desarrollo</a:t>
            </a:r>
            <a:endParaRPr b="0" sz="3000" u="none" cap="none" strike="noStrike">
              <a:solidFill>
                <a:srgbClr val="4279B1"/>
              </a:solidFill>
              <a:latin typeface="Inter"/>
              <a:ea typeface="Inter"/>
              <a:cs typeface="Inter"/>
              <a:sym typeface="Inter"/>
            </a:endParaRPr>
          </a:p>
        </p:txBody>
      </p:sp>
      <p:pic>
        <p:nvPicPr>
          <p:cNvPr id="392" name="Google Shape;392;p33" title="Escudo_de_la_Universidad_Complutense_de_Madrid.svg.png"/>
          <p:cNvPicPr preferRelativeResize="0"/>
          <p:nvPr/>
        </p:nvPicPr>
        <p:blipFill>
          <a:blip r:embed="rId3">
            <a:alphaModFix/>
          </a:blip>
          <a:stretch>
            <a:fillRect/>
          </a:stretch>
        </p:blipFill>
        <p:spPr>
          <a:xfrm>
            <a:off x="109725" y="76851"/>
            <a:ext cx="799893" cy="9185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4"/>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4"/>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El lenguaje C</a:t>
            </a:r>
            <a:endParaRPr b="0" i="1" sz="3200" u="none" cap="none" strike="noStrike">
              <a:solidFill>
                <a:srgbClr val="000000"/>
              </a:solidFill>
              <a:latin typeface="Inter Medium"/>
              <a:ea typeface="Inter Medium"/>
              <a:cs typeface="Inter Medium"/>
              <a:sym typeface="Inter Medium"/>
            </a:endParaRPr>
          </a:p>
        </p:txBody>
      </p:sp>
      <p:sp>
        <p:nvSpPr>
          <p:cNvPr id="399" name="Google Shape;399;p34"/>
          <p:cNvSpPr txBox="1"/>
          <p:nvPr/>
        </p:nvSpPr>
        <p:spPr>
          <a:xfrm>
            <a:off x="-13200" y="781600"/>
            <a:ext cx="9144000" cy="329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E69138"/>
                </a:solidFill>
                <a:latin typeface="Inter"/>
                <a:ea typeface="Inter"/>
                <a:cs typeface="Inter"/>
                <a:sym typeface="Inter"/>
              </a:rPr>
              <a:t>Características</a:t>
            </a:r>
            <a:endParaRPr b="1" sz="1800">
              <a:solidFill>
                <a:srgbClr val="E69138"/>
              </a:solidFill>
              <a:latin typeface="Inter"/>
              <a:ea typeface="Inter"/>
              <a:cs typeface="Inter"/>
              <a:sym typeface="Inter"/>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Amplio uso en programación de sistemas</a:t>
            </a:r>
            <a:endParaRPr sz="1800">
              <a:solidFill>
                <a:schemeClr val="dk1"/>
              </a:solidFill>
              <a:latin typeface="Inter"/>
              <a:ea typeface="Inter"/>
              <a:cs typeface="Inter"/>
              <a:sym typeface="Inter"/>
            </a:endParaRPr>
          </a:p>
          <a:p>
            <a:pPr indent="-342900" lvl="1" marL="9144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Gestión manual de memoria (</a:t>
            </a:r>
            <a:r>
              <a:rPr lang="es" sz="1800">
                <a:solidFill>
                  <a:schemeClr val="dk1"/>
                </a:solidFill>
                <a:latin typeface="Consolas"/>
                <a:ea typeface="Consolas"/>
                <a:cs typeface="Consolas"/>
                <a:sym typeface="Consolas"/>
              </a:rPr>
              <a:t>malloc</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free</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mmap</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void*</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struct</a:t>
            </a:r>
            <a:r>
              <a:rPr lang="es" sz="1800">
                <a:solidFill>
                  <a:schemeClr val="dk1"/>
                </a:solidFill>
                <a:latin typeface="Inter"/>
                <a:ea typeface="Inter"/>
                <a:cs typeface="Inter"/>
                <a:sym typeface="Inter"/>
              </a:rPr>
              <a:t>/</a:t>
            </a:r>
            <a:r>
              <a:rPr lang="es" sz="1800">
                <a:solidFill>
                  <a:schemeClr val="dk1"/>
                </a:solidFill>
                <a:latin typeface="Consolas"/>
                <a:ea typeface="Consolas"/>
                <a:cs typeface="Consolas"/>
                <a:sym typeface="Consolas"/>
              </a:rPr>
              <a:t>union</a:t>
            </a:r>
            <a:r>
              <a:rPr lang="es" sz="1800">
                <a:solidFill>
                  <a:schemeClr val="dk1"/>
                </a:solidFill>
                <a:latin typeface="Inter"/>
                <a:ea typeface="Inter"/>
                <a:cs typeface="Inter"/>
                <a:sym typeface="Inter"/>
              </a:rPr>
              <a:t>)</a:t>
            </a:r>
            <a:endParaRPr sz="1800">
              <a:solidFill>
                <a:schemeClr val="dk1"/>
              </a:solidFill>
              <a:latin typeface="Inter"/>
              <a:ea typeface="Inter"/>
              <a:cs typeface="Inter"/>
              <a:sym typeface="Inter"/>
            </a:endParaRPr>
          </a:p>
          <a:p>
            <a:pPr indent="-342900" lvl="1" marL="9144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Control “preciso” de las operaciones realizadas sin sobrecarga</a:t>
            </a:r>
            <a:endParaRPr sz="1800">
              <a:solidFill>
                <a:schemeClr val="dk1"/>
              </a:solidFill>
              <a:latin typeface="Inter"/>
              <a:ea typeface="Inter"/>
              <a:cs typeface="Inter"/>
              <a:sym typeface="Inter"/>
            </a:endParaRPr>
          </a:p>
          <a:p>
            <a:pPr indent="-342900" lvl="1" marL="9144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Posibilidad</a:t>
            </a:r>
            <a:r>
              <a:rPr lang="es" sz="1800">
                <a:solidFill>
                  <a:schemeClr val="dk1"/>
                </a:solidFill>
                <a:latin typeface="Inter"/>
                <a:ea typeface="Inter"/>
                <a:cs typeface="Inter"/>
                <a:sym typeface="Inter"/>
              </a:rPr>
              <a:t> de interactuar con el hardware directamente</a:t>
            </a:r>
            <a:endParaRPr sz="1800">
              <a:solidFill>
                <a:schemeClr val="dk1"/>
              </a:solidFill>
              <a:latin typeface="Inter"/>
              <a:ea typeface="Inter"/>
              <a:cs typeface="Inter"/>
              <a:sym typeface="Inter"/>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Portabilidad y estabilidad del interfaz binario (</a:t>
            </a:r>
            <a:r>
              <a:rPr b="1" lang="es" sz="1800">
                <a:solidFill>
                  <a:srgbClr val="E69138"/>
                </a:solidFill>
                <a:latin typeface="Inter"/>
                <a:ea typeface="Inter"/>
                <a:cs typeface="Inter"/>
                <a:sym typeface="Inter"/>
              </a:rPr>
              <a:t>ABI</a:t>
            </a:r>
            <a:r>
              <a:rPr b="1" lang="es" sz="1800">
                <a:solidFill>
                  <a:srgbClr val="CC0000"/>
                </a:solidFill>
                <a:latin typeface="Inter"/>
                <a:ea typeface="Inter"/>
                <a:cs typeface="Inter"/>
                <a:sym typeface="Inter"/>
              </a:rPr>
              <a:t>*</a:t>
            </a:r>
            <a:r>
              <a:rPr lang="es" sz="1800">
                <a:solidFill>
                  <a:schemeClr val="dk1"/>
                </a:solidFill>
                <a:latin typeface="Inter"/>
                <a:ea typeface="Inter"/>
                <a:cs typeface="Inter"/>
                <a:sym typeface="Inter"/>
              </a:rPr>
              <a:t>)</a:t>
            </a:r>
            <a:endParaRPr sz="1800">
              <a:solidFill>
                <a:schemeClr val="dk1"/>
              </a:solidFill>
              <a:latin typeface="Inter"/>
              <a:ea typeface="Inter"/>
              <a:cs typeface="Inter"/>
              <a:sym typeface="Inter"/>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Interoperabilidad (uso en otros lenguajes)</a:t>
            </a:r>
            <a:endParaRPr sz="1800">
              <a:solidFill>
                <a:schemeClr val="dk1"/>
              </a:solidFill>
              <a:latin typeface="Inter"/>
              <a:ea typeface="Inter"/>
              <a:cs typeface="Inter"/>
              <a:sym typeface="Inter"/>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Amplio </a:t>
            </a:r>
            <a:r>
              <a:rPr lang="es" sz="1800">
                <a:solidFill>
                  <a:schemeClr val="dk1"/>
                </a:solidFill>
                <a:latin typeface="Inter"/>
                <a:ea typeface="Inter"/>
                <a:cs typeface="Inter"/>
                <a:sym typeface="Inter"/>
              </a:rPr>
              <a:t>ecosistema</a:t>
            </a:r>
            <a:r>
              <a:rPr lang="es" sz="1800">
                <a:solidFill>
                  <a:schemeClr val="dk1"/>
                </a:solidFill>
                <a:latin typeface="Inter"/>
                <a:ea typeface="Inter"/>
                <a:cs typeface="Inter"/>
                <a:sym typeface="Inter"/>
              </a:rPr>
              <a:t> (perfilador, depurador, compiladores, </a:t>
            </a:r>
            <a:r>
              <a:rPr lang="es" sz="1800">
                <a:solidFill>
                  <a:schemeClr val="dk1"/>
                </a:solidFill>
                <a:latin typeface="Inter"/>
                <a:ea typeface="Inter"/>
                <a:cs typeface="Inter"/>
                <a:sym typeface="Inter"/>
              </a:rPr>
              <a:t>analizadores</a:t>
            </a:r>
            <a:r>
              <a:rPr lang="es" sz="1800">
                <a:solidFill>
                  <a:schemeClr val="dk1"/>
                </a:solidFill>
                <a:latin typeface="Inter"/>
                <a:ea typeface="Inter"/>
                <a:cs typeface="Inter"/>
                <a:sym typeface="Inter"/>
              </a:rPr>
              <a:t>…)</a:t>
            </a:r>
            <a:endParaRPr sz="1800">
              <a:solidFill>
                <a:schemeClr val="dk1"/>
              </a:solidFill>
              <a:latin typeface="Inter"/>
              <a:ea typeface="Inter"/>
              <a:cs typeface="Inter"/>
              <a:sym typeface="Inter"/>
            </a:endParaRPr>
          </a:p>
        </p:txBody>
      </p:sp>
      <p:sp>
        <p:nvSpPr>
          <p:cNvPr id="400" name="Google Shape;400;p34"/>
          <p:cNvSpPr txBox="1"/>
          <p:nvPr/>
        </p:nvSpPr>
        <p:spPr>
          <a:xfrm>
            <a:off x="0" y="6193115"/>
            <a:ext cx="9016200" cy="6771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es" sz="1800">
                <a:solidFill>
                  <a:srgbClr val="CC0000"/>
                </a:solidFill>
                <a:latin typeface="Inter"/>
                <a:ea typeface="Inter"/>
                <a:cs typeface="Inter"/>
                <a:sym typeface="Inter"/>
              </a:rPr>
              <a:t>*</a:t>
            </a:r>
            <a:r>
              <a:rPr lang="es">
                <a:solidFill>
                  <a:schemeClr val="dk1"/>
                </a:solidFill>
                <a:latin typeface="Inter"/>
                <a:ea typeface="Inter"/>
                <a:cs typeface="Inter"/>
                <a:sym typeface="Inter"/>
              </a:rPr>
              <a:t>Incluye: Convención para la llamada a funciones, uso de registros, disposición de la pila, tipos de datos y tamaños.</a:t>
            </a:r>
            <a:endParaRPr>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5"/>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5"/>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El lenguaje C</a:t>
            </a:r>
            <a:endParaRPr b="0" i="1" sz="3200" u="none" cap="none" strike="noStrike">
              <a:solidFill>
                <a:srgbClr val="000000"/>
              </a:solidFill>
              <a:latin typeface="Inter Medium"/>
              <a:ea typeface="Inter Medium"/>
              <a:cs typeface="Inter Medium"/>
              <a:sym typeface="Inter Medium"/>
            </a:endParaRPr>
          </a:p>
        </p:txBody>
      </p:sp>
      <p:sp>
        <p:nvSpPr>
          <p:cNvPr id="407" name="Google Shape;407;p35"/>
          <p:cNvSpPr txBox="1"/>
          <p:nvPr/>
        </p:nvSpPr>
        <p:spPr>
          <a:xfrm>
            <a:off x="-13200" y="781600"/>
            <a:ext cx="91440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E69138"/>
                </a:solidFill>
                <a:latin typeface="Inter"/>
                <a:ea typeface="Inter"/>
                <a:cs typeface="Inter"/>
                <a:sym typeface="Inter"/>
              </a:rPr>
              <a:t>Compilación</a:t>
            </a:r>
            <a:endParaRPr b="1" sz="1800">
              <a:solidFill>
                <a:srgbClr val="E69138"/>
              </a:solidFill>
              <a:latin typeface="Inter"/>
              <a:ea typeface="Inter"/>
              <a:cs typeface="Inter"/>
              <a:sym typeface="Inter"/>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En este curso, GNU C compiler (</a:t>
            </a:r>
            <a:r>
              <a:rPr lang="es" sz="1800">
                <a:solidFill>
                  <a:schemeClr val="dk1"/>
                </a:solidFill>
                <a:latin typeface="Consolas"/>
                <a:ea typeface="Consolas"/>
                <a:cs typeface="Consolas"/>
                <a:sym typeface="Consolas"/>
              </a:rPr>
              <a:t>gcc</a:t>
            </a:r>
            <a:r>
              <a:rPr lang="es" sz="1800">
                <a:solidFill>
                  <a:schemeClr val="dk1"/>
                </a:solidFill>
                <a:latin typeface="Inter"/>
                <a:ea typeface="Inter"/>
                <a:cs typeface="Inter"/>
                <a:sym typeface="Inter"/>
              </a:rPr>
              <a:t>)</a:t>
            </a:r>
            <a:endParaRPr sz="1800">
              <a:solidFill>
                <a:schemeClr val="dk1"/>
              </a:solidFill>
              <a:latin typeface="Inter"/>
              <a:ea typeface="Inter"/>
              <a:cs typeface="Inter"/>
              <a:sym typeface="Inter"/>
            </a:endParaRPr>
          </a:p>
          <a:p>
            <a:pPr indent="-342900" lvl="1" marL="914400" rtl="0" algn="l">
              <a:spcBef>
                <a:spcPts val="1000"/>
              </a:spcBef>
              <a:spcAft>
                <a:spcPts val="0"/>
              </a:spcAft>
              <a:buClr>
                <a:schemeClr val="dk1"/>
              </a:buClr>
              <a:buSzPts val="1800"/>
              <a:buFont typeface="Inter"/>
              <a:buChar char="○"/>
            </a:pPr>
            <a:r>
              <a:rPr b="1" lang="es" sz="1800">
                <a:solidFill>
                  <a:schemeClr val="dk1"/>
                </a:solidFill>
                <a:latin typeface="Consolas"/>
                <a:ea typeface="Consolas"/>
                <a:cs typeface="Consolas"/>
                <a:sym typeface="Consolas"/>
              </a:rPr>
              <a:t>-g</a:t>
            </a:r>
            <a:r>
              <a:rPr lang="es" sz="1800">
                <a:solidFill>
                  <a:schemeClr val="dk1"/>
                </a:solidFill>
                <a:latin typeface="Inter"/>
                <a:ea typeface="Inter"/>
                <a:cs typeface="Inter"/>
                <a:sym typeface="Inter"/>
              </a:rPr>
              <a:t> (incluye símbolos de depuración), </a:t>
            </a:r>
            <a:endParaRPr sz="1800">
              <a:solidFill>
                <a:schemeClr val="dk1"/>
              </a:solidFill>
              <a:latin typeface="Inter"/>
              <a:ea typeface="Inter"/>
              <a:cs typeface="Inter"/>
              <a:sym typeface="Inter"/>
            </a:endParaRPr>
          </a:p>
          <a:p>
            <a:pPr indent="-342900" lvl="1" marL="914400" rtl="0" algn="l">
              <a:spcBef>
                <a:spcPts val="1000"/>
              </a:spcBef>
              <a:spcAft>
                <a:spcPts val="0"/>
              </a:spcAft>
              <a:buClr>
                <a:schemeClr val="dk1"/>
              </a:buClr>
              <a:buSzPts val="1800"/>
              <a:buFont typeface="Inter"/>
              <a:buChar char="○"/>
            </a:pPr>
            <a:r>
              <a:rPr b="1" lang="es" sz="1800">
                <a:solidFill>
                  <a:schemeClr val="dk1"/>
                </a:solidFill>
                <a:latin typeface="Consolas"/>
                <a:ea typeface="Consolas"/>
                <a:cs typeface="Consolas"/>
                <a:sym typeface="Consolas"/>
              </a:rPr>
              <a:t>-o</a:t>
            </a:r>
            <a:r>
              <a:rPr lang="es" sz="1800">
                <a:solidFill>
                  <a:schemeClr val="dk1"/>
                </a:solidFill>
                <a:latin typeface="Consolas"/>
                <a:ea typeface="Consolas"/>
                <a:cs typeface="Consolas"/>
                <a:sym typeface="Consolas"/>
              </a:rPr>
              <a:t> </a:t>
            </a:r>
            <a:r>
              <a:rPr lang="es" sz="1800">
                <a:solidFill>
                  <a:schemeClr val="dk1"/>
                </a:solidFill>
                <a:latin typeface="Inter"/>
                <a:ea typeface="Inter"/>
                <a:cs typeface="Inter"/>
                <a:sym typeface="Inter"/>
              </a:rPr>
              <a:t>ejecutable de salida</a:t>
            </a:r>
            <a:r>
              <a:rPr b="1" baseline="30000" i="1" lang="es">
                <a:solidFill>
                  <a:srgbClr val="E69138"/>
                </a:solidFill>
                <a:latin typeface="Inter"/>
                <a:ea typeface="Inter"/>
                <a:cs typeface="Inter"/>
                <a:sym typeface="Inter"/>
              </a:rPr>
              <a:t>*</a:t>
            </a:r>
            <a:r>
              <a:rPr i="1" lang="es">
                <a:solidFill>
                  <a:schemeClr val="dk1"/>
                </a:solidFill>
                <a:latin typeface="Inter"/>
                <a:ea typeface="Inter"/>
                <a:cs typeface="Inter"/>
                <a:sym typeface="Inter"/>
              </a:rPr>
              <a:t> </a:t>
            </a:r>
            <a:endParaRPr sz="1800">
              <a:solidFill>
                <a:schemeClr val="dk1"/>
              </a:solidFill>
              <a:latin typeface="Inter"/>
              <a:ea typeface="Inter"/>
              <a:cs typeface="Inter"/>
              <a:sym typeface="Inter"/>
            </a:endParaRPr>
          </a:p>
          <a:p>
            <a:pPr indent="-342900" lvl="1" marL="914400" rtl="0" algn="l">
              <a:spcBef>
                <a:spcPts val="1000"/>
              </a:spcBef>
              <a:spcAft>
                <a:spcPts val="0"/>
              </a:spcAft>
              <a:buClr>
                <a:schemeClr val="dk1"/>
              </a:buClr>
              <a:buSzPts val="1800"/>
              <a:buFont typeface="Inter"/>
              <a:buChar char="○"/>
            </a:pPr>
            <a:r>
              <a:rPr b="1" lang="es" sz="1800">
                <a:solidFill>
                  <a:schemeClr val="dk1"/>
                </a:solidFill>
                <a:latin typeface="Consolas"/>
                <a:ea typeface="Consolas"/>
                <a:cs typeface="Consolas"/>
                <a:sym typeface="Consolas"/>
              </a:rPr>
              <a:t>-l&lt;nombre&gt;</a:t>
            </a:r>
            <a:r>
              <a:rPr lang="es" sz="1800">
                <a:solidFill>
                  <a:schemeClr val="dk1"/>
                </a:solidFill>
                <a:latin typeface="Inter"/>
                <a:ea typeface="Inter"/>
                <a:cs typeface="Inter"/>
                <a:sym typeface="Inter"/>
              </a:rPr>
              <a:t> enlazado con librerías (p.ej -l</a:t>
            </a:r>
            <a:r>
              <a:rPr b="1" lang="es" sz="1800">
                <a:solidFill>
                  <a:schemeClr val="dk1"/>
                </a:solidFill>
                <a:latin typeface="Inter"/>
                <a:ea typeface="Inter"/>
                <a:cs typeface="Inter"/>
                <a:sym typeface="Inter"/>
              </a:rPr>
              <a:t>m</a:t>
            </a:r>
            <a:r>
              <a:rPr lang="es" sz="1800">
                <a:solidFill>
                  <a:schemeClr val="dk1"/>
                </a:solidFill>
                <a:latin typeface="Inter"/>
                <a:ea typeface="Inter"/>
                <a:cs typeface="Inter"/>
                <a:sym typeface="Inter"/>
              </a:rPr>
              <a:t>, l</a:t>
            </a:r>
            <a:r>
              <a:rPr b="1" lang="es" sz="1800">
                <a:solidFill>
                  <a:schemeClr val="dk1"/>
                </a:solidFill>
                <a:latin typeface="Inter"/>
                <a:ea typeface="Inter"/>
                <a:cs typeface="Inter"/>
                <a:sym typeface="Inter"/>
              </a:rPr>
              <a:t>pthread</a:t>
            </a:r>
            <a:r>
              <a:rPr lang="es" sz="1800">
                <a:solidFill>
                  <a:schemeClr val="dk1"/>
                </a:solidFill>
                <a:latin typeface="Inter"/>
                <a:ea typeface="Inter"/>
                <a:cs typeface="Inter"/>
                <a:sym typeface="Inter"/>
              </a:rPr>
              <a:t>)</a:t>
            </a:r>
            <a:endParaRPr sz="1800">
              <a:solidFill>
                <a:schemeClr val="dk1"/>
              </a:solidFill>
              <a:latin typeface="Inter"/>
              <a:ea typeface="Inter"/>
              <a:cs typeface="Inter"/>
              <a:sym typeface="Inter"/>
            </a:endParaRPr>
          </a:p>
          <a:p>
            <a:pPr indent="-342900" lvl="1" marL="9144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Ejemplo: </a:t>
            </a:r>
            <a:r>
              <a:rPr lang="es" sz="1800">
                <a:solidFill>
                  <a:schemeClr val="dk1"/>
                </a:solidFill>
                <a:latin typeface="Consolas"/>
                <a:ea typeface="Consolas"/>
                <a:cs typeface="Consolas"/>
                <a:sym typeface="Consolas"/>
              </a:rPr>
              <a:t>gcc -g -o ejercicio_1 ejercicio_1.c -lpthread</a:t>
            </a:r>
            <a:endParaRPr sz="1800">
              <a:solidFill>
                <a:schemeClr val="dk1"/>
              </a:solidFill>
              <a:latin typeface="Consolas"/>
              <a:ea typeface="Consolas"/>
              <a:cs typeface="Consolas"/>
              <a:sym typeface="Consolas"/>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Compilación de proyectos complejos: </a:t>
            </a:r>
            <a:r>
              <a:rPr lang="es" sz="1800">
                <a:solidFill>
                  <a:schemeClr val="dk1"/>
                </a:solidFill>
                <a:latin typeface="Consolas"/>
                <a:ea typeface="Consolas"/>
                <a:cs typeface="Consolas"/>
                <a:sym typeface="Consolas"/>
              </a:rPr>
              <a:t>make</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cmake, scons</a:t>
            </a:r>
            <a:endParaRPr sz="1800">
              <a:solidFill>
                <a:schemeClr val="dk1"/>
              </a:solidFill>
              <a:latin typeface="Consolas"/>
              <a:ea typeface="Consolas"/>
              <a:cs typeface="Consolas"/>
              <a:sym typeface="Consolas"/>
            </a:endParaRPr>
          </a:p>
        </p:txBody>
      </p:sp>
      <p:sp>
        <p:nvSpPr>
          <p:cNvPr id="408" name="Google Shape;408;p35"/>
          <p:cNvSpPr txBox="1"/>
          <p:nvPr/>
        </p:nvSpPr>
        <p:spPr>
          <a:xfrm>
            <a:off x="-13200" y="3677200"/>
            <a:ext cx="9144000" cy="248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E69138"/>
                </a:solidFill>
                <a:latin typeface="Inter"/>
                <a:ea typeface="Inter"/>
                <a:cs typeface="Inter"/>
                <a:sym typeface="Inter"/>
              </a:rPr>
              <a:t>Depuración</a:t>
            </a:r>
            <a:endParaRPr b="1" sz="1800">
              <a:solidFill>
                <a:srgbClr val="E69138"/>
              </a:solidFill>
              <a:latin typeface="Inter"/>
              <a:ea typeface="Inter"/>
              <a:cs typeface="Inter"/>
              <a:sym typeface="Inter"/>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GNU C debugger (</a:t>
            </a:r>
            <a:r>
              <a:rPr lang="es" sz="1800">
                <a:solidFill>
                  <a:schemeClr val="dk1"/>
                </a:solidFill>
                <a:latin typeface="Consolas"/>
                <a:ea typeface="Consolas"/>
                <a:cs typeface="Consolas"/>
                <a:sym typeface="Consolas"/>
              </a:rPr>
              <a:t>gdb</a:t>
            </a:r>
            <a:r>
              <a:rPr lang="es" sz="1800">
                <a:solidFill>
                  <a:schemeClr val="dk1"/>
                </a:solidFill>
                <a:latin typeface="Inter"/>
                <a:ea typeface="Inter"/>
                <a:cs typeface="Inter"/>
                <a:sym typeface="Inter"/>
              </a:rPr>
              <a:t>)</a:t>
            </a:r>
            <a:endParaRPr sz="1800">
              <a:solidFill>
                <a:schemeClr val="dk1"/>
              </a:solidFill>
              <a:latin typeface="Inter"/>
              <a:ea typeface="Inter"/>
              <a:cs typeface="Inter"/>
              <a:sym typeface="Inter"/>
            </a:endParaRPr>
          </a:p>
          <a:p>
            <a:pPr indent="-342900" lvl="1" marL="9144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Ejecutable, </a:t>
            </a:r>
            <a:r>
              <a:rPr lang="es" sz="1800">
                <a:solidFill>
                  <a:schemeClr val="dk1"/>
                </a:solidFill>
                <a:latin typeface="Consolas"/>
                <a:ea typeface="Consolas"/>
                <a:cs typeface="Consolas"/>
                <a:sym typeface="Consolas"/>
              </a:rPr>
              <a:t>core dump</a:t>
            </a:r>
            <a:r>
              <a:rPr lang="es" sz="1800">
                <a:solidFill>
                  <a:schemeClr val="dk1"/>
                </a:solidFill>
                <a:latin typeface="Inter"/>
                <a:ea typeface="Inter"/>
                <a:cs typeface="Inter"/>
                <a:sym typeface="Inter"/>
              </a:rPr>
              <a:t> o proceso (</a:t>
            </a:r>
            <a:r>
              <a:rPr lang="es" sz="1800">
                <a:solidFill>
                  <a:schemeClr val="dk1"/>
                </a:solidFill>
                <a:latin typeface="Consolas"/>
                <a:ea typeface="Consolas"/>
                <a:cs typeface="Consolas"/>
                <a:sym typeface="Consolas"/>
              </a:rPr>
              <a:t>-p</a:t>
            </a:r>
            <a:r>
              <a:rPr lang="es" sz="1800">
                <a:solidFill>
                  <a:schemeClr val="dk1"/>
                </a:solidFill>
                <a:latin typeface="Inter"/>
                <a:ea typeface="Inter"/>
                <a:cs typeface="Inter"/>
                <a:sym typeface="Inter"/>
              </a:rPr>
              <a:t>)</a:t>
            </a:r>
            <a:endParaRPr sz="1800">
              <a:solidFill>
                <a:schemeClr val="dk1"/>
              </a:solidFill>
              <a:latin typeface="Inter"/>
              <a:ea typeface="Inter"/>
              <a:cs typeface="Inter"/>
              <a:sym typeface="Inter"/>
            </a:endParaRPr>
          </a:p>
          <a:p>
            <a:pPr indent="-342900" lvl="1" marL="9144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Ejemplo: </a:t>
            </a:r>
            <a:r>
              <a:rPr lang="es" sz="1800">
                <a:solidFill>
                  <a:schemeClr val="dk1"/>
                </a:solidFill>
                <a:latin typeface="Consolas"/>
                <a:ea typeface="Consolas"/>
                <a:cs typeface="Consolas"/>
                <a:sym typeface="Consolas"/>
              </a:rPr>
              <a:t>gdb ./ejercicio1</a:t>
            </a:r>
            <a:endParaRPr sz="1800">
              <a:solidFill>
                <a:schemeClr val="dk1"/>
              </a:solidFill>
              <a:latin typeface="Consolas"/>
              <a:ea typeface="Consolas"/>
              <a:cs typeface="Consolas"/>
              <a:sym typeface="Consolas"/>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Comandos importantes:</a:t>
            </a:r>
            <a:endParaRPr sz="1800">
              <a:solidFill>
                <a:schemeClr val="dk1"/>
              </a:solidFill>
              <a:latin typeface="Inter"/>
              <a:ea typeface="Inter"/>
              <a:cs typeface="Inter"/>
              <a:sym typeface="Inter"/>
            </a:endParaRPr>
          </a:p>
          <a:p>
            <a:pPr indent="-342900" lvl="1" marL="914400" rtl="0" algn="l">
              <a:spcBef>
                <a:spcPts val="1000"/>
              </a:spcBef>
              <a:spcAft>
                <a:spcPts val="0"/>
              </a:spcAft>
              <a:buClr>
                <a:schemeClr val="dk1"/>
              </a:buClr>
              <a:buSzPts val="1800"/>
              <a:buFont typeface="Inter"/>
              <a:buChar char="○"/>
            </a:pPr>
            <a:r>
              <a:rPr lang="es" sz="1800">
                <a:solidFill>
                  <a:schemeClr val="dk1"/>
                </a:solidFill>
                <a:latin typeface="Consolas"/>
                <a:ea typeface="Consolas"/>
                <a:cs typeface="Consolas"/>
                <a:sym typeface="Consolas"/>
              </a:rPr>
              <a:t>list</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break</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run [args]</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bt</a:t>
            </a:r>
            <a:r>
              <a:rPr lang="es" sz="1800">
                <a:solidFill>
                  <a:schemeClr val="dk1"/>
                </a:solidFill>
                <a:latin typeface="Inter"/>
                <a:ea typeface="Inter"/>
                <a:cs typeface="Inter"/>
                <a:sym typeface="Inter"/>
              </a:rPr>
              <a:t> (backtrace), </a:t>
            </a:r>
            <a:r>
              <a:rPr lang="es" sz="1800">
                <a:solidFill>
                  <a:schemeClr val="dk1"/>
                </a:solidFill>
                <a:latin typeface="Consolas"/>
                <a:ea typeface="Consolas"/>
                <a:cs typeface="Consolas"/>
                <a:sym typeface="Consolas"/>
              </a:rPr>
              <a:t>print</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frame</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next</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step</a:t>
            </a:r>
            <a:r>
              <a:rPr lang="es" sz="1800">
                <a:solidFill>
                  <a:schemeClr val="dk1"/>
                </a:solidFill>
                <a:latin typeface="Inter"/>
                <a:ea typeface="Inter"/>
                <a:cs typeface="Inter"/>
                <a:sym typeface="Inter"/>
              </a:rPr>
              <a:t>, </a:t>
            </a:r>
            <a:r>
              <a:rPr lang="es" sz="1800">
                <a:solidFill>
                  <a:schemeClr val="dk1"/>
                </a:solidFill>
                <a:latin typeface="Consolas"/>
                <a:ea typeface="Consolas"/>
                <a:cs typeface="Consolas"/>
                <a:sym typeface="Consolas"/>
              </a:rPr>
              <a:t>cont</a:t>
            </a:r>
            <a:endParaRPr sz="1800">
              <a:solidFill>
                <a:schemeClr val="dk1"/>
              </a:solidFill>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6"/>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6"/>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El lenguaje C</a:t>
            </a:r>
            <a:endParaRPr b="0" i="1" sz="3200" u="none" cap="none" strike="noStrike">
              <a:solidFill>
                <a:srgbClr val="000000"/>
              </a:solidFill>
              <a:latin typeface="Inter Medium"/>
              <a:ea typeface="Inter Medium"/>
              <a:cs typeface="Inter Medium"/>
              <a:sym typeface="Inter Medium"/>
            </a:endParaRPr>
          </a:p>
        </p:txBody>
      </p:sp>
      <p:sp>
        <p:nvSpPr>
          <p:cNvPr id="415" name="Google Shape;415;p36"/>
          <p:cNvSpPr txBox="1"/>
          <p:nvPr/>
        </p:nvSpPr>
        <p:spPr>
          <a:xfrm>
            <a:off x="-13200" y="781600"/>
            <a:ext cx="9144000" cy="167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E69138"/>
                </a:solidFill>
                <a:latin typeface="Inter"/>
                <a:ea typeface="Inter"/>
                <a:cs typeface="Inter"/>
                <a:sym typeface="Inter"/>
              </a:rPr>
              <a:t>Funciones de Librería Importantes</a:t>
            </a:r>
            <a:endParaRPr b="1" sz="1800">
              <a:solidFill>
                <a:srgbClr val="E69138"/>
              </a:solidFill>
              <a:latin typeface="Inter"/>
              <a:ea typeface="Inter"/>
              <a:cs typeface="Inter"/>
              <a:sym typeface="Inter"/>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printf(3): Impresión con formato en  </a:t>
            </a:r>
            <a:r>
              <a:rPr i="1" lang="es" sz="1800">
                <a:solidFill>
                  <a:schemeClr val="dk1"/>
                </a:solidFill>
                <a:latin typeface="Inter"/>
                <a:ea typeface="Inter"/>
                <a:cs typeface="Inter"/>
                <a:sym typeface="Inter"/>
              </a:rPr>
              <a:t>flujos</a:t>
            </a:r>
            <a:r>
              <a:rPr lang="es" sz="1800">
                <a:solidFill>
                  <a:schemeClr val="dk1"/>
                </a:solidFill>
                <a:latin typeface="Inter"/>
                <a:ea typeface="Inter"/>
                <a:cs typeface="Inter"/>
                <a:sym typeface="Inter"/>
              </a:rPr>
              <a:t> de salida (fichero, stdout, cadena)</a:t>
            </a:r>
            <a:endParaRPr sz="1800">
              <a:solidFill>
                <a:schemeClr val="dk1"/>
              </a:solidFill>
              <a:latin typeface="Inter"/>
              <a:ea typeface="Inter"/>
              <a:cs typeface="Inter"/>
              <a:sym typeface="Inter"/>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Consolas"/>
                <a:ea typeface="Consolas"/>
                <a:cs typeface="Consolas"/>
                <a:sym typeface="Consolas"/>
              </a:rPr>
              <a:t>scanf(3):</a:t>
            </a:r>
            <a:r>
              <a:rPr lang="es" sz="1800">
                <a:solidFill>
                  <a:schemeClr val="dk1"/>
                </a:solidFill>
                <a:latin typeface="Inter"/>
                <a:ea typeface="Inter"/>
                <a:cs typeface="Inter"/>
                <a:sym typeface="Inter"/>
              </a:rPr>
              <a:t> Manejo de flujos de entrada</a:t>
            </a:r>
            <a:endParaRPr sz="1800">
              <a:solidFill>
                <a:schemeClr val="dk1"/>
              </a:solidFill>
              <a:latin typeface="Inter"/>
              <a:ea typeface="Inter"/>
              <a:cs typeface="Inter"/>
              <a:sym typeface="Inter"/>
            </a:endParaRPr>
          </a:p>
          <a:p>
            <a:pPr indent="-342900" lvl="0" marL="457200" rtl="0" algn="l">
              <a:spcBef>
                <a:spcPts val="1000"/>
              </a:spcBef>
              <a:spcAft>
                <a:spcPts val="0"/>
              </a:spcAft>
              <a:buClr>
                <a:schemeClr val="dk1"/>
              </a:buClr>
              <a:buSzPts val="1800"/>
              <a:buFont typeface="Inter"/>
              <a:buChar char="●"/>
            </a:pPr>
            <a:r>
              <a:rPr lang="es" sz="1800">
                <a:solidFill>
                  <a:schemeClr val="dk1"/>
                </a:solidFill>
                <a:latin typeface="Inter"/>
                <a:ea typeface="Inter"/>
                <a:cs typeface="Inter"/>
                <a:sym typeface="Inter"/>
              </a:rPr>
              <a:t>string(3): Manejo de cadenas.</a:t>
            </a:r>
            <a:endParaRPr sz="1800">
              <a:solidFill>
                <a:schemeClr val="dk1"/>
              </a:solidFill>
              <a:latin typeface="Inter"/>
              <a:ea typeface="Inter"/>
              <a:cs typeface="Inter"/>
              <a:sym typeface="Inter"/>
            </a:endParaRPr>
          </a:p>
        </p:txBody>
      </p:sp>
      <p:grpSp>
        <p:nvGrpSpPr>
          <p:cNvPr id="416" name="Google Shape;416;p36"/>
          <p:cNvGrpSpPr/>
          <p:nvPr/>
        </p:nvGrpSpPr>
        <p:grpSpPr>
          <a:xfrm>
            <a:off x="358617" y="3139275"/>
            <a:ext cx="8392559" cy="3261525"/>
            <a:chOff x="266552" y="1310475"/>
            <a:chExt cx="8537700" cy="3261525"/>
          </a:xfrm>
        </p:grpSpPr>
        <p:sp>
          <p:nvSpPr>
            <p:cNvPr id="417" name="Google Shape;417;p36"/>
            <p:cNvSpPr txBox="1"/>
            <p:nvPr/>
          </p:nvSpPr>
          <p:spPr>
            <a:xfrm>
              <a:off x="3124200" y="1310475"/>
              <a:ext cx="2743200" cy="39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1" i="0" lang="es" sz="1800" u="none" cap="none" strike="noStrike">
                  <a:solidFill>
                    <a:srgbClr val="E69138"/>
                  </a:solidFill>
                  <a:latin typeface="Inter"/>
                  <a:ea typeface="Inter"/>
                  <a:cs typeface="Inter"/>
                  <a:sym typeface="Inter"/>
                </a:rPr>
                <a:t>Llamadas al Sistema</a:t>
              </a:r>
              <a:endParaRPr b="1" i="0" sz="1800" u="none" cap="none" strike="noStrike">
                <a:solidFill>
                  <a:srgbClr val="E69138"/>
                </a:solidFill>
                <a:latin typeface="Inter"/>
                <a:ea typeface="Inter"/>
                <a:cs typeface="Inter"/>
                <a:sym typeface="Inter"/>
              </a:endParaRPr>
            </a:p>
          </p:txBody>
        </p:sp>
        <p:sp>
          <p:nvSpPr>
            <p:cNvPr id="418" name="Google Shape;418;p36"/>
            <p:cNvSpPr txBox="1"/>
            <p:nvPr/>
          </p:nvSpPr>
          <p:spPr>
            <a:xfrm>
              <a:off x="6118533" y="1310475"/>
              <a:ext cx="2643000" cy="39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1" lang="es" sz="1800">
                  <a:solidFill>
                    <a:srgbClr val="E69138"/>
                  </a:solidFill>
                  <a:latin typeface="Inter"/>
                  <a:ea typeface="Inter"/>
                  <a:cs typeface="Inter"/>
                  <a:sym typeface="Inter"/>
                </a:rPr>
                <a:t>Función</a:t>
              </a:r>
              <a:r>
                <a:rPr b="1" i="0" lang="es" sz="1800" u="none" cap="none" strike="noStrike">
                  <a:solidFill>
                    <a:srgbClr val="E69138"/>
                  </a:solidFill>
                  <a:latin typeface="Inter"/>
                  <a:ea typeface="Inter"/>
                  <a:cs typeface="Inter"/>
                  <a:sym typeface="Inter"/>
                </a:rPr>
                <a:t> </a:t>
              </a:r>
              <a:r>
                <a:rPr b="1" lang="es" sz="1800">
                  <a:solidFill>
                    <a:srgbClr val="E69138"/>
                  </a:solidFill>
                  <a:latin typeface="Inter"/>
                  <a:ea typeface="Inter"/>
                  <a:cs typeface="Inter"/>
                  <a:sym typeface="Inter"/>
                </a:rPr>
                <a:t>de </a:t>
              </a:r>
              <a:r>
                <a:rPr b="1" lang="es" sz="1800">
                  <a:solidFill>
                    <a:srgbClr val="E69138"/>
                  </a:solidFill>
                  <a:latin typeface="Inter"/>
                  <a:ea typeface="Inter"/>
                  <a:cs typeface="Inter"/>
                  <a:sym typeface="Inter"/>
                </a:rPr>
                <a:t>Librería</a:t>
              </a:r>
              <a:endParaRPr b="1" i="0" sz="1800" u="none" cap="none" strike="noStrike">
                <a:solidFill>
                  <a:srgbClr val="E69138"/>
                </a:solidFill>
                <a:latin typeface="Inter"/>
                <a:ea typeface="Inter"/>
                <a:cs typeface="Inter"/>
                <a:sym typeface="Inter"/>
              </a:endParaRPr>
            </a:p>
          </p:txBody>
        </p:sp>
        <p:sp>
          <p:nvSpPr>
            <p:cNvPr id="419" name="Google Shape;419;p36"/>
            <p:cNvSpPr txBox="1"/>
            <p:nvPr/>
          </p:nvSpPr>
          <p:spPr>
            <a:xfrm>
              <a:off x="382318" y="3314700"/>
              <a:ext cx="2819400" cy="396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Font typeface="Times New Roman"/>
                <a:buNone/>
              </a:pPr>
              <a:r>
                <a:rPr b="1" i="0" lang="es" sz="1800" u="none" cap="none" strike="noStrike">
                  <a:solidFill>
                    <a:srgbClr val="000000"/>
                  </a:solidFill>
                  <a:latin typeface="Inter"/>
                  <a:ea typeface="Inter"/>
                  <a:cs typeface="Inter"/>
                  <a:sym typeface="Inter"/>
                </a:rPr>
                <a:t>Espacio de parámetros</a:t>
              </a:r>
              <a:endParaRPr b="1" i="0" sz="1800" u="none" cap="none" strike="noStrike">
                <a:latin typeface="Inter"/>
                <a:ea typeface="Inter"/>
                <a:cs typeface="Inter"/>
                <a:sym typeface="Inter"/>
              </a:endParaRPr>
            </a:p>
          </p:txBody>
        </p:sp>
        <p:sp>
          <p:nvSpPr>
            <p:cNvPr id="420" name="Google Shape;420;p36"/>
            <p:cNvSpPr txBox="1"/>
            <p:nvPr/>
          </p:nvSpPr>
          <p:spPr>
            <a:xfrm>
              <a:off x="382318" y="2611438"/>
              <a:ext cx="2438400" cy="396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Font typeface="Times New Roman"/>
                <a:buNone/>
              </a:pPr>
              <a:r>
                <a:rPr b="1" i="0" lang="es" sz="1800" u="none" cap="none" strike="noStrike">
                  <a:solidFill>
                    <a:srgbClr val="000000"/>
                  </a:solidFill>
                  <a:latin typeface="Inter"/>
                  <a:ea typeface="Inter"/>
                  <a:cs typeface="Inter"/>
                  <a:sym typeface="Inter"/>
                </a:rPr>
                <a:t>Área de </a:t>
              </a:r>
              <a:r>
                <a:rPr b="1" lang="es" sz="1800">
                  <a:solidFill>
                    <a:srgbClr val="000000"/>
                  </a:solidFill>
                  <a:latin typeface="Inter"/>
                  <a:ea typeface="Inter"/>
                  <a:cs typeface="Inter"/>
                  <a:sym typeface="Inter"/>
                </a:rPr>
                <a:t>e</a:t>
              </a:r>
              <a:r>
                <a:rPr b="1" i="0" lang="es" sz="1800" u="none" cap="none" strike="noStrike">
                  <a:solidFill>
                    <a:srgbClr val="000000"/>
                  </a:solidFill>
                  <a:latin typeface="Inter"/>
                  <a:ea typeface="Inter"/>
                  <a:cs typeface="Inter"/>
                  <a:sym typeface="Inter"/>
                </a:rPr>
                <a:t>jecución</a:t>
              </a:r>
              <a:endParaRPr b="1" i="0" sz="1800" u="none" cap="none" strike="noStrike">
                <a:latin typeface="Inter"/>
                <a:ea typeface="Inter"/>
                <a:cs typeface="Inter"/>
                <a:sym typeface="Inter"/>
              </a:endParaRPr>
            </a:p>
          </p:txBody>
        </p:sp>
        <p:sp>
          <p:nvSpPr>
            <p:cNvPr id="421" name="Google Shape;421;p36"/>
            <p:cNvSpPr txBox="1"/>
            <p:nvPr/>
          </p:nvSpPr>
          <p:spPr>
            <a:xfrm>
              <a:off x="382318" y="1935150"/>
              <a:ext cx="2438400" cy="396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Font typeface="Times New Roman"/>
                <a:buNone/>
              </a:pPr>
              <a:r>
                <a:rPr b="1" i="0" lang="es" sz="1800" u="none" cap="none" strike="noStrike">
                  <a:solidFill>
                    <a:srgbClr val="000000"/>
                  </a:solidFill>
                  <a:latin typeface="Inter"/>
                  <a:ea typeface="Inter"/>
                  <a:cs typeface="Inter"/>
                  <a:sym typeface="Inter"/>
                </a:rPr>
                <a:t>Sección de manual</a:t>
              </a:r>
              <a:endParaRPr b="1" i="0" sz="1800" u="none" cap="none" strike="noStrike">
                <a:latin typeface="Inter"/>
                <a:ea typeface="Inter"/>
                <a:cs typeface="Inter"/>
                <a:sym typeface="Inter"/>
              </a:endParaRPr>
            </a:p>
          </p:txBody>
        </p:sp>
        <p:sp>
          <p:nvSpPr>
            <p:cNvPr id="422" name="Google Shape;422;p36"/>
            <p:cNvSpPr txBox="1"/>
            <p:nvPr/>
          </p:nvSpPr>
          <p:spPr>
            <a:xfrm>
              <a:off x="382318" y="4060812"/>
              <a:ext cx="2438400" cy="396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Font typeface="Times New Roman"/>
                <a:buNone/>
              </a:pPr>
              <a:r>
                <a:rPr b="1" i="0" lang="es" sz="1800" u="none" cap="none" strike="noStrike">
                  <a:solidFill>
                    <a:srgbClr val="000000"/>
                  </a:solidFill>
                  <a:latin typeface="Inter"/>
                  <a:ea typeface="Inter"/>
                  <a:cs typeface="Inter"/>
                  <a:sym typeface="Inter"/>
                </a:rPr>
                <a:t>Código de error</a:t>
              </a:r>
              <a:endParaRPr b="1" i="0" sz="1800" u="none" cap="none" strike="noStrike">
                <a:latin typeface="Inter"/>
                <a:ea typeface="Inter"/>
                <a:cs typeface="Inter"/>
                <a:sym typeface="Inter"/>
              </a:endParaRPr>
            </a:p>
          </p:txBody>
        </p:sp>
        <p:cxnSp>
          <p:nvCxnSpPr>
            <p:cNvPr id="423" name="Google Shape;423;p36"/>
            <p:cNvCxnSpPr/>
            <p:nvPr/>
          </p:nvCxnSpPr>
          <p:spPr>
            <a:xfrm>
              <a:off x="266552" y="1828800"/>
              <a:ext cx="8537700" cy="0"/>
            </a:xfrm>
            <a:prstGeom prst="straightConnector1">
              <a:avLst/>
            </a:prstGeom>
            <a:noFill/>
            <a:ln cap="rnd" cmpd="sng" w="9525">
              <a:solidFill>
                <a:srgbClr val="000000"/>
              </a:solidFill>
              <a:prstDash val="solid"/>
              <a:miter lim="8000"/>
              <a:headEnd len="sm" w="sm" type="none"/>
              <a:tailEnd len="sm" w="sm" type="none"/>
            </a:ln>
          </p:spPr>
        </p:cxnSp>
        <p:cxnSp>
          <p:nvCxnSpPr>
            <p:cNvPr id="424" name="Google Shape;424;p36"/>
            <p:cNvCxnSpPr/>
            <p:nvPr/>
          </p:nvCxnSpPr>
          <p:spPr>
            <a:xfrm>
              <a:off x="266552" y="2457450"/>
              <a:ext cx="8537700" cy="0"/>
            </a:xfrm>
            <a:prstGeom prst="straightConnector1">
              <a:avLst/>
            </a:prstGeom>
            <a:noFill/>
            <a:ln cap="rnd" cmpd="sng" w="9525">
              <a:solidFill>
                <a:srgbClr val="000000"/>
              </a:solidFill>
              <a:prstDash val="solid"/>
              <a:miter lim="8000"/>
              <a:headEnd len="sm" w="sm" type="none"/>
              <a:tailEnd len="sm" w="sm" type="none"/>
            </a:ln>
          </p:spPr>
        </p:cxnSp>
        <p:cxnSp>
          <p:nvCxnSpPr>
            <p:cNvPr id="425" name="Google Shape;425;p36"/>
            <p:cNvCxnSpPr/>
            <p:nvPr/>
          </p:nvCxnSpPr>
          <p:spPr>
            <a:xfrm>
              <a:off x="266552" y="3143250"/>
              <a:ext cx="8537700" cy="0"/>
            </a:xfrm>
            <a:prstGeom prst="straightConnector1">
              <a:avLst/>
            </a:prstGeom>
            <a:noFill/>
            <a:ln cap="rnd" cmpd="sng" w="9525">
              <a:solidFill>
                <a:srgbClr val="000000"/>
              </a:solidFill>
              <a:prstDash val="solid"/>
              <a:miter lim="8000"/>
              <a:headEnd len="sm" w="sm" type="none"/>
              <a:tailEnd len="sm" w="sm" type="none"/>
            </a:ln>
          </p:spPr>
        </p:cxnSp>
        <p:cxnSp>
          <p:nvCxnSpPr>
            <p:cNvPr id="426" name="Google Shape;426;p36"/>
            <p:cNvCxnSpPr/>
            <p:nvPr/>
          </p:nvCxnSpPr>
          <p:spPr>
            <a:xfrm>
              <a:off x="266552" y="3886200"/>
              <a:ext cx="8537700" cy="0"/>
            </a:xfrm>
            <a:prstGeom prst="straightConnector1">
              <a:avLst/>
            </a:prstGeom>
            <a:noFill/>
            <a:ln cap="rnd" cmpd="sng" w="9525">
              <a:solidFill>
                <a:srgbClr val="000000"/>
              </a:solidFill>
              <a:prstDash val="solid"/>
              <a:miter lim="8000"/>
              <a:headEnd len="sm" w="sm" type="none"/>
              <a:tailEnd len="sm" w="sm" type="none"/>
            </a:ln>
          </p:spPr>
        </p:cxnSp>
        <p:cxnSp>
          <p:nvCxnSpPr>
            <p:cNvPr id="427" name="Google Shape;427;p36"/>
            <p:cNvCxnSpPr/>
            <p:nvPr/>
          </p:nvCxnSpPr>
          <p:spPr>
            <a:xfrm>
              <a:off x="266552" y="4572000"/>
              <a:ext cx="8537700" cy="0"/>
            </a:xfrm>
            <a:prstGeom prst="straightConnector1">
              <a:avLst/>
            </a:prstGeom>
            <a:noFill/>
            <a:ln cap="rnd" cmpd="sng" w="9525">
              <a:solidFill>
                <a:srgbClr val="000000"/>
              </a:solidFill>
              <a:prstDash val="solid"/>
              <a:miter lim="8000"/>
              <a:headEnd len="sm" w="sm" type="none"/>
              <a:tailEnd len="sm" w="sm" type="none"/>
            </a:ln>
          </p:spPr>
        </p:cxnSp>
        <p:sp>
          <p:nvSpPr>
            <p:cNvPr id="428" name="Google Shape;428;p36"/>
            <p:cNvSpPr txBox="1"/>
            <p:nvPr/>
          </p:nvSpPr>
          <p:spPr>
            <a:xfrm>
              <a:off x="4327500" y="1905000"/>
              <a:ext cx="336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Font typeface="Times New Roman"/>
                <a:buNone/>
              </a:pPr>
              <a:r>
                <a:rPr i="0" lang="es" sz="1800" u="none" cap="none" strike="noStrike">
                  <a:solidFill>
                    <a:srgbClr val="000000"/>
                  </a:solidFill>
                  <a:latin typeface="Inter"/>
                  <a:ea typeface="Inter"/>
                  <a:cs typeface="Inter"/>
                  <a:sym typeface="Inter"/>
                </a:rPr>
                <a:t>2</a:t>
              </a:r>
              <a:endParaRPr i="0" sz="1800" u="none" cap="none" strike="noStrike">
                <a:latin typeface="Inter"/>
                <a:ea typeface="Inter"/>
                <a:cs typeface="Inter"/>
                <a:sym typeface="Inter"/>
              </a:endParaRPr>
            </a:p>
          </p:txBody>
        </p:sp>
        <p:sp>
          <p:nvSpPr>
            <p:cNvPr id="429" name="Google Shape;429;p36"/>
            <p:cNvSpPr txBox="1"/>
            <p:nvPr/>
          </p:nvSpPr>
          <p:spPr>
            <a:xfrm>
              <a:off x="7271733" y="1905000"/>
              <a:ext cx="336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i="0" lang="es" sz="1800" u="none" cap="none" strike="noStrike">
                  <a:solidFill>
                    <a:srgbClr val="000000"/>
                  </a:solidFill>
                  <a:latin typeface="Inter"/>
                  <a:ea typeface="Inter"/>
                  <a:cs typeface="Inter"/>
                  <a:sym typeface="Inter"/>
                </a:rPr>
                <a:t>3</a:t>
              </a:r>
              <a:endParaRPr i="0" sz="1800" u="none" cap="none" strike="noStrike">
                <a:latin typeface="Inter"/>
                <a:ea typeface="Inter"/>
                <a:cs typeface="Inter"/>
                <a:sym typeface="Inter"/>
              </a:endParaRPr>
            </a:p>
          </p:txBody>
        </p:sp>
        <p:sp>
          <p:nvSpPr>
            <p:cNvPr id="430" name="Google Shape;430;p36"/>
            <p:cNvSpPr txBox="1"/>
            <p:nvPr/>
          </p:nvSpPr>
          <p:spPr>
            <a:xfrm>
              <a:off x="3464700" y="2581288"/>
              <a:ext cx="2062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i="0" lang="es" sz="1800" u="none" cap="none" strike="noStrike">
                  <a:solidFill>
                    <a:srgbClr val="000000"/>
                  </a:solidFill>
                  <a:latin typeface="Inter"/>
                  <a:ea typeface="Inter"/>
                  <a:cs typeface="Inter"/>
                  <a:sym typeface="Inter"/>
                </a:rPr>
                <a:t>Usuario/</a:t>
              </a:r>
              <a:r>
                <a:rPr lang="es" sz="1800">
                  <a:solidFill>
                    <a:srgbClr val="000000"/>
                  </a:solidFill>
                  <a:latin typeface="Inter"/>
                  <a:ea typeface="Inter"/>
                  <a:cs typeface="Inter"/>
                  <a:sym typeface="Inter"/>
                </a:rPr>
                <a:t>Núcleo</a:t>
              </a:r>
              <a:endParaRPr i="0" sz="1800" u="none" cap="none" strike="noStrike">
                <a:latin typeface="Inter"/>
                <a:ea typeface="Inter"/>
                <a:cs typeface="Inter"/>
                <a:sym typeface="Inter"/>
              </a:endParaRPr>
            </a:p>
          </p:txBody>
        </p:sp>
        <p:sp>
          <p:nvSpPr>
            <p:cNvPr id="431" name="Google Shape;431;p36"/>
            <p:cNvSpPr txBox="1"/>
            <p:nvPr/>
          </p:nvSpPr>
          <p:spPr>
            <a:xfrm>
              <a:off x="6865383" y="2581288"/>
              <a:ext cx="11493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i="0" lang="es" sz="1800" u="none" cap="none" strike="noStrike">
                  <a:solidFill>
                    <a:srgbClr val="000000"/>
                  </a:solidFill>
                  <a:latin typeface="Inter"/>
                  <a:ea typeface="Inter"/>
                  <a:cs typeface="Inter"/>
                  <a:sym typeface="Inter"/>
                </a:rPr>
                <a:t>Usuario</a:t>
              </a:r>
              <a:endParaRPr i="0" sz="1800" u="none" cap="none" strike="noStrike">
                <a:latin typeface="Inter"/>
                <a:ea typeface="Inter"/>
                <a:cs typeface="Inter"/>
                <a:sym typeface="Inter"/>
              </a:endParaRPr>
            </a:p>
          </p:txBody>
        </p:sp>
        <p:sp>
          <p:nvSpPr>
            <p:cNvPr id="432" name="Google Shape;432;p36"/>
            <p:cNvSpPr txBox="1"/>
            <p:nvPr/>
          </p:nvSpPr>
          <p:spPr>
            <a:xfrm>
              <a:off x="3574200" y="3284550"/>
              <a:ext cx="18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i="0" lang="es" sz="1800" u="none" cap="none" strike="noStrike">
                  <a:solidFill>
                    <a:srgbClr val="000000"/>
                  </a:solidFill>
                  <a:latin typeface="Inter"/>
                  <a:ea typeface="Inter"/>
                  <a:cs typeface="Inter"/>
                  <a:sym typeface="Inter"/>
                </a:rPr>
                <a:t>No se reserva</a:t>
              </a:r>
              <a:endParaRPr i="0" sz="1800" u="none" cap="none" strike="noStrike">
                <a:latin typeface="Inter"/>
                <a:ea typeface="Inter"/>
                <a:cs typeface="Inter"/>
                <a:sym typeface="Inter"/>
              </a:endParaRPr>
            </a:p>
          </p:txBody>
        </p:sp>
        <p:sp>
          <p:nvSpPr>
            <p:cNvPr id="433" name="Google Shape;433;p36"/>
            <p:cNvSpPr txBox="1"/>
            <p:nvPr/>
          </p:nvSpPr>
          <p:spPr>
            <a:xfrm>
              <a:off x="6216033" y="3284550"/>
              <a:ext cx="2448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i="0" lang="es" sz="1800" u="none" cap="none" strike="noStrike">
                  <a:solidFill>
                    <a:srgbClr val="000000"/>
                  </a:solidFill>
                  <a:latin typeface="Inter"/>
                  <a:ea typeface="Inter"/>
                  <a:cs typeface="Inter"/>
                  <a:sym typeface="Inter"/>
                </a:rPr>
                <a:t>Dinámico/Estático</a:t>
              </a:r>
              <a:endParaRPr i="0" sz="1800" u="none" cap="none" strike="noStrike">
                <a:latin typeface="Inter"/>
                <a:ea typeface="Inter"/>
                <a:cs typeface="Inter"/>
                <a:sym typeface="Inter"/>
              </a:endParaRPr>
            </a:p>
          </p:txBody>
        </p:sp>
        <p:sp>
          <p:nvSpPr>
            <p:cNvPr id="434" name="Google Shape;434;p36"/>
            <p:cNvSpPr txBox="1"/>
            <p:nvPr/>
          </p:nvSpPr>
          <p:spPr>
            <a:xfrm>
              <a:off x="3793350" y="4030663"/>
              <a:ext cx="1404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i="0" lang="es" sz="1800" u="none" cap="none" strike="noStrike">
                  <a:solidFill>
                    <a:srgbClr val="000000"/>
                  </a:solidFill>
                  <a:latin typeface="Inter"/>
                  <a:ea typeface="Inter"/>
                  <a:cs typeface="Inter"/>
                  <a:sym typeface="Inter"/>
                </a:rPr>
                <a:t>-1 +</a:t>
              </a:r>
              <a:r>
                <a:rPr b="0" i="0" lang="es" sz="1800" u="none" cap="none" strike="noStrike">
                  <a:solidFill>
                    <a:srgbClr val="000000"/>
                  </a:solidFill>
                </a:rPr>
                <a:t> </a:t>
              </a:r>
              <a:r>
                <a:rPr i="0" lang="es" sz="1800" u="none" cap="none" strike="noStrike">
                  <a:solidFill>
                    <a:srgbClr val="000000"/>
                  </a:solidFill>
                  <a:latin typeface="Consolas"/>
                  <a:ea typeface="Consolas"/>
                  <a:cs typeface="Consolas"/>
                  <a:sym typeface="Consolas"/>
                </a:rPr>
                <a:t>errno</a:t>
              </a:r>
              <a:endParaRPr i="0" sz="1800" u="none" cap="none" strike="noStrike">
                <a:latin typeface="Consolas"/>
                <a:ea typeface="Consolas"/>
                <a:cs typeface="Consolas"/>
                <a:sym typeface="Consolas"/>
              </a:endParaRPr>
            </a:p>
          </p:txBody>
        </p:sp>
        <p:sp>
          <p:nvSpPr>
            <p:cNvPr id="435" name="Google Shape;435;p36"/>
            <p:cNvSpPr txBox="1"/>
            <p:nvPr/>
          </p:nvSpPr>
          <p:spPr>
            <a:xfrm>
              <a:off x="6267633" y="4030663"/>
              <a:ext cx="2344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i="0" lang="es" sz="1800" u="none" cap="none" strike="noStrike">
                  <a:solidFill>
                    <a:srgbClr val="000000"/>
                  </a:solidFill>
                  <a:latin typeface="Consolas"/>
                  <a:ea typeface="Consolas"/>
                  <a:cs typeface="Consolas"/>
                  <a:sym typeface="Consolas"/>
                </a:rPr>
                <a:t>NULL</a:t>
              </a:r>
              <a:r>
                <a:rPr b="0" i="0" lang="es" sz="1800" u="none" cap="none" strike="noStrike">
                  <a:solidFill>
                    <a:srgbClr val="000000"/>
                  </a:solidFill>
                </a:rPr>
                <a:t> + </a:t>
              </a:r>
              <a:r>
                <a:rPr i="0" lang="es" sz="1800" u="none" cap="none" strike="noStrike">
                  <a:solidFill>
                    <a:srgbClr val="000000"/>
                  </a:solidFill>
                  <a:latin typeface="Consolas"/>
                  <a:ea typeface="Consolas"/>
                  <a:cs typeface="Consolas"/>
                  <a:sym typeface="Consolas"/>
                </a:rPr>
                <a:t>no errno</a:t>
              </a:r>
              <a:endParaRPr i="0" sz="1800" u="none" cap="none" strike="noStrike">
                <a:latin typeface="Consolas"/>
                <a:ea typeface="Consolas"/>
                <a:cs typeface="Consolas"/>
                <a:sym typeface="Consolas"/>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7"/>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7"/>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El lenguaje C</a:t>
            </a:r>
            <a:endParaRPr b="0" i="1" sz="3200" u="none" cap="none" strike="noStrike">
              <a:solidFill>
                <a:srgbClr val="000000"/>
              </a:solidFill>
              <a:latin typeface="Inter Medium"/>
              <a:ea typeface="Inter Medium"/>
              <a:cs typeface="Inter Medium"/>
              <a:sym typeface="Inter Medium"/>
            </a:endParaRPr>
          </a:p>
        </p:txBody>
      </p:sp>
      <p:sp>
        <p:nvSpPr>
          <p:cNvPr id="442" name="Google Shape;442;p37"/>
          <p:cNvSpPr txBox="1"/>
          <p:nvPr/>
        </p:nvSpPr>
        <p:spPr>
          <a:xfrm>
            <a:off x="-13200" y="781600"/>
            <a:ext cx="9144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E69138"/>
                </a:solidFill>
                <a:latin typeface="Inter"/>
                <a:ea typeface="Inter"/>
                <a:cs typeface="Inter"/>
                <a:sym typeface="Inter"/>
              </a:rPr>
              <a:t>Argumentos</a:t>
            </a:r>
            <a:endParaRPr sz="1800">
              <a:solidFill>
                <a:schemeClr val="dk1"/>
              </a:solidFill>
              <a:latin typeface="Inter"/>
              <a:ea typeface="Inter"/>
              <a:cs typeface="Inter"/>
              <a:sym typeface="Inter"/>
            </a:endParaRPr>
          </a:p>
        </p:txBody>
      </p:sp>
      <p:sp>
        <p:nvSpPr>
          <p:cNvPr id="443" name="Google Shape;443;p37"/>
          <p:cNvSpPr txBox="1"/>
          <p:nvPr/>
        </p:nvSpPr>
        <p:spPr>
          <a:xfrm>
            <a:off x="0" y="1140600"/>
            <a:ext cx="8202600" cy="1197000"/>
          </a:xfrm>
          <a:prstGeom prst="rect">
            <a:avLst/>
          </a:prstGeom>
          <a:noFill/>
          <a:ln>
            <a:noFill/>
          </a:ln>
        </p:spPr>
        <p:txBody>
          <a:bodyPr anchorCtr="0" anchor="ctr" bIns="45700" lIns="91425" spcFirstLastPara="1" rIns="91425" wrap="square" tIns="45700">
            <a:noAutofit/>
          </a:bodyPr>
          <a:lstStyle/>
          <a:p>
            <a:pPr indent="-342900" lvl="0" marL="457200" marR="0" rtl="0" algn="l">
              <a:spcBef>
                <a:spcPts val="0"/>
              </a:spcBef>
              <a:spcAft>
                <a:spcPts val="0"/>
              </a:spcAft>
              <a:buSzPts val="1800"/>
              <a:buChar char="●"/>
            </a:pPr>
            <a:r>
              <a:rPr lang="es" sz="1800">
                <a:solidFill>
                  <a:srgbClr val="000000"/>
                </a:solidFill>
                <a:latin typeface="Inter"/>
                <a:ea typeface="Inter"/>
                <a:cs typeface="Inter"/>
                <a:sym typeface="Inter"/>
              </a:rPr>
              <a:t>Definición</a:t>
            </a:r>
            <a:r>
              <a:rPr i="0" lang="es" sz="1800" u="none" cap="none" strike="noStrike">
                <a:solidFill>
                  <a:srgbClr val="000000"/>
                </a:solidFill>
                <a:latin typeface="Inter"/>
                <a:ea typeface="Inter"/>
                <a:cs typeface="Inter"/>
                <a:sym typeface="Inter"/>
              </a:rPr>
              <a:t> del </a:t>
            </a:r>
            <a:r>
              <a:rPr b="1" i="0" lang="es" sz="1800" u="none" cap="none" strike="noStrike">
                <a:solidFill>
                  <a:srgbClr val="E69138"/>
                </a:solidFill>
                <a:latin typeface="Inter"/>
                <a:ea typeface="Inter"/>
                <a:cs typeface="Inter"/>
                <a:sym typeface="Inter"/>
              </a:rPr>
              <a:t>programa principal</a:t>
            </a:r>
            <a:r>
              <a:rPr i="0" lang="es" sz="1800" u="none" cap="none" strike="noStrike">
                <a:solidFill>
                  <a:srgbClr val="000000"/>
                </a:solidFill>
                <a:latin typeface="Inter"/>
                <a:ea typeface="Inter"/>
                <a:cs typeface="Inter"/>
                <a:sym typeface="Inter"/>
              </a:rPr>
              <a:t>:</a:t>
            </a:r>
            <a:endParaRPr i="0" sz="1800" u="none" cap="none" strike="noStrike">
              <a:solidFill>
                <a:srgbClr val="000000"/>
              </a:solidFill>
              <a:latin typeface="Inter"/>
              <a:ea typeface="Inter"/>
              <a:cs typeface="Inter"/>
              <a:sym typeface="Inter"/>
            </a:endParaRPr>
          </a:p>
          <a:p>
            <a:pPr indent="457200" lvl="1" marL="457200" marR="0" rtl="0" algn="l">
              <a:spcBef>
                <a:spcPts val="1000"/>
              </a:spcBef>
              <a:spcAft>
                <a:spcPts val="0"/>
              </a:spcAft>
              <a:buClr>
                <a:srgbClr val="000000"/>
              </a:buClr>
              <a:buFont typeface="Courier New"/>
              <a:buNone/>
            </a:pPr>
            <a:r>
              <a:rPr b="1" i="0" lang="es" sz="1800" u="none" cap="none" strike="noStrike">
                <a:solidFill>
                  <a:srgbClr val="000000"/>
                </a:solidFill>
                <a:latin typeface="Consolas"/>
                <a:ea typeface="Consolas"/>
                <a:cs typeface="Consolas"/>
                <a:sym typeface="Consolas"/>
              </a:rPr>
              <a:t>int </a:t>
            </a:r>
            <a:r>
              <a:rPr i="0" lang="es" sz="1800" u="none" cap="none" strike="noStrike">
                <a:solidFill>
                  <a:srgbClr val="000000"/>
                </a:solidFill>
                <a:latin typeface="Consolas"/>
                <a:ea typeface="Consolas"/>
                <a:cs typeface="Consolas"/>
                <a:sym typeface="Consolas"/>
              </a:rPr>
              <a:t>main(</a:t>
            </a:r>
            <a:r>
              <a:rPr b="1" i="0" lang="es" sz="1800" u="none" cap="none" strike="noStrike">
                <a:solidFill>
                  <a:srgbClr val="000000"/>
                </a:solidFill>
                <a:latin typeface="Consolas"/>
                <a:ea typeface="Consolas"/>
                <a:cs typeface="Consolas"/>
                <a:sym typeface="Consolas"/>
              </a:rPr>
              <a:t>int </a:t>
            </a:r>
            <a:r>
              <a:rPr i="0" lang="es" sz="1800" u="none" cap="none" strike="noStrike">
                <a:solidFill>
                  <a:srgbClr val="000000"/>
                </a:solidFill>
                <a:latin typeface="Consolas"/>
                <a:ea typeface="Consolas"/>
                <a:cs typeface="Consolas"/>
                <a:sym typeface="Consolas"/>
              </a:rPr>
              <a:t>argc, </a:t>
            </a:r>
            <a:r>
              <a:rPr b="1" i="0" lang="es" sz="1800" u="none" cap="none" strike="noStrike">
                <a:solidFill>
                  <a:srgbClr val="000000"/>
                </a:solidFill>
                <a:latin typeface="Consolas"/>
                <a:ea typeface="Consolas"/>
                <a:cs typeface="Consolas"/>
                <a:sym typeface="Consolas"/>
              </a:rPr>
              <a:t>char **</a:t>
            </a:r>
            <a:r>
              <a:rPr i="0" lang="es" sz="1800" u="none" cap="none" strike="noStrike">
                <a:solidFill>
                  <a:srgbClr val="000000"/>
                </a:solidFill>
                <a:latin typeface="Consolas"/>
                <a:ea typeface="Consolas"/>
                <a:cs typeface="Consolas"/>
                <a:sym typeface="Consolas"/>
              </a:rPr>
              <a:t>argv)</a:t>
            </a:r>
            <a:r>
              <a:rPr b="1" lang="es" sz="1800">
                <a:solidFill>
                  <a:srgbClr val="000000"/>
                </a:solidFill>
                <a:latin typeface="Consolas"/>
                <a:ea typeface="Consolas"/>
                <a:cs typeface="Consolas"/>
                <a:sym typeface="Consolas"/>
              </a:rPr>
              <a:t>;</a:t>
            </a:r>
            <a:endParaRPr i="0" sz="1800" u="none" cap="none" strike="noStrike">
              <a:solidFill>
                <a:srgbClr val="000000"/>
              </a:solidFill>
              <a:latin typeface="Consolas"/>
              <a:ea typeface="Consolas"/>
              <a:cs typeface="Consolas"/>
              <a:sym typeface="Consolas"/>
            </a:endParaRPr>
          </a:p>
          <a:p>
            <a:pPr indent="457200" lvl="1" marL="457200" marR="0" rtl="0" algn="l">
              <a:spcBef>
                <a:spcPts val="0"/>
              </a:spcBef>
              <a:spcAft>
                <a:spcPts val="0"/>
              </a:spcAft>
              <a:buClr>
                <a:srgbClr val="000000"/>
              </a:buClr>
              <a:buFont typeface="Courier New"/>
              <a:buNone/>
            </a:pPr>
            <a:r>
              <a:rPr b="1" i="0" lang="es" sz="1800" u="none" cap="none" strike="noStrike">
                <a:solidFill>
                  <a:srgbClr val="000000"/>
                </a:solidFill>
                <a:latin typeface="Consolas"/>
                <a:ea typeface="Consolas"/>
                <a:cs typeface="Consolas"/>
                <a:sym typeface="Consolas"/>
              </a:rPr>
              <a:t>int </a:t>
            </a:r>
            <a:r>
              <a:rPr i="0" lang="es" sz="1800" u="none" cap="none" strike="noStrike">
                <a:solidFill>
                  <a:srgbClr val="000000"/>
                </a:solidFill>
                <a:latin typeface="Consolas"/>
                <a:ea typeface="Consolas"/>
                <a:cs typeface="Consolas"/>
                <a:sym typeface="Consolas"/>
              </a:rPr>
              <a:t>main(</a:t>
            </a:r>
            <a:r>
              <a:rPr b="1" i="0" lang="es" sz="1800" u="none" cap="none" strike="noStrike">
                <a:solidFill>
                  <a:srgbClr val="000000"/>
                </a:solidFill>
                <a:latin typeface="Consolas"/>
                <a:ea typeface="Consolas"/>
                <a:cs typeface="Consolas"/>
                <a:sym typeface="Consolas"/>
              </a:rPr>
              <a:t>int </a:t>
            </a:r>
            <a:r>
              <a:rPr i="0" lang="es" sz="1800" u="none" cap="none" strike="noStrike">
                <a:solidFill>
                  <a:srgbClr val="000000"/>
                </a:solidFill>
                <a:latin typeface="Consolas"/>
                <a:ea typeface="Consolas"/>
                <a:cs typeface="Consolas"/>
                <a:sym typeface="Consolas"/>
              </a:rPr>
              <a:t>argc, </a:t>
            </a:r>
            <a:r>
              <a:rPr b="1" i="0" lang="es" sz="1800" u="none" cap="none" strike="noStrike">
                <a:solidFill>
                  <a:srgbClr val="000000"/>
                </a:solidFill>
                <a:latin typeface="Consolas"/>
                <a:ea typeface="Consolas"/>
                <a:cs typeface="Consolas"/>
                <a:sym typeface="Consolas"/>
              </a:rPr>
              <a:t>char *</a:t>
            </a:r>
            <a:r>
              <a:rPr i="0" lang="es" sz="1800" u="none" cap="none" strike="noStrike">
                <a:solidFill>
                  <a:srgbClr val="000000"/>
                </a:solidFill>
                <a:latin typeface="Consolas"/>
                <a:ea typeface="Consolas"/>
                <a:cs typeface="Consolas"/>
                <a:sym typeface="Consolas"/>
              </a:rPr>
              <a:t>argv[]);</a:t>
            </a:r>
            <a:endParaRPr i="0" sz="1800" u="none" cap="none" strike="noStrike">
              <a:solidFill>
                <a:srgbClr val="000000"/>
              </a:solidFill>
              <a:latin typeface="Consolas"/>
              <a:ea typeface="Consolas"/>
              <a:cs typeface="Consolas"/>
              <a:sym typeface="Consolas"/>
            </a:endParaRPr>
          </a:p>
        </p:txBody>
      </p:sp>
      <p:sp>
        <p:nvSpPr>
          <p:cNvPr id="444" name="Google Shape;444;p37"/>
          <p:cNvSpPr txBox="1"/>
          <p:nvPr/>
        </p:nvSpPr>
        <p:spPr>
          <a:xfrm>
            <a:off x="2857500" y="3429000"/>
            <a:ext cx="614400" cy="4113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1" i="0" lang="es" sz="1800" u="none" cap="none" strike="noStrike">
                <a:solidFill>
                  <a:srgbClr val="000000"/>
                </a:solidFill>
              </a:rPr>
              <a:t>0</a:t>
            </a:r>
            <a:endParaRPr b="1" i="0" sz="1800" u="none" cap="none" strike="noStrike">
              <a:solidFill>
                <a:srgbClr val="000000"/>
              </a:solidFill>
            </a:endParaRPr>
          </a:p>
        </p:txBody>
      </p:sp>
      <p:sp>
        <p:nvSpPr>
          <p:cNvPr id="445" name="Google Shape;445;p37"/>
          <p:cNvSpPr txBox="1"/>
          <p:nvPr/>
        </p:nvSpPr>
        <p:spPr>
          <a:xfrm>
            <a:off x="2857500" y="3840162"/>
            <a:ext cx="614400" cy="4113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1800" u="none" cap="none" strike="noStrike">
                <a:solidFill>
                  <a:srgbClr val="000000"/>
                </a:solidFill>
              </a:rPr>
              <a:t>1</a:t>
            </a:r>
            <a:endParaRPr b="0" i="0" sz="1800" u="none" cap="none" strike="noStrike">
              <a:solidFill>
                <a:srgbClr val="000000"/>
              </a:solidFill>
            </a:endParaRPr>
          </a:p>
        </p:txBody>
      </p:sp>
      <p:sp>
        <p:nvSpPr>
          <p:cNvPr id="446" name="Google Shape;446;p37"/>
          <p:cNvSpPr txBox="1"/>
          <p:nvPr/>
        </p:nvSpPr>
        <p:spPr>
          <a:xfrm>
            <a:off x="2857500" y="4251325"/>
            <a:ext cx="614400" cy="4113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1800" u="none" cap="none" strike="noStrike">
                <a:solidFill>
                  <a:srgbClr val="000000"/>
                </a:solidFill>
              </a:rPr>
              <a:t>2</a:t>
            </a:r>
            <a:endParaRPr b="0" i="0" sz="1800" u="none" cap="none" strike="noStrike">
              <a:solidFill>
                <a:srgbClr val="000000"/>
              </a:solidFill>
            </a:endParaRPr>
          </a:p>
        </p:txBody>
      </p:sp>
      <p:sp>
        <p:nvSpPr>
          <p:cNvPr id="447" name="Google Shape;447;p37"/>
          <p:cNvSpPr txBox="1"/>
          <p:nvPr/>
        </p:nvSpPr>
        <p:spPr>
          <a:xfrm>
            <a:off x="2857500" y="4662487"/>
            <a:ext cx="614400" cy="4113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1800" u="none" cap="none" strike="noStrike">
                <a:solidFill>
                  <a:srgbClr val="000000"/>
                </a:solidFill>
              </a:rPr>
              <a:t>...</a:t>
            </a:r>
            <a:endParaRPr b="0" i="0" sz="1800" u="none" cap="none" strike="noStrike">
              <a:solidFill>
                <a:srgbClr val="000000"/>
              </a:solidFill>
            </a:endParaRPr>
          </a:p>
        </p:txBody>
      </p:sp>
      <p:sp>
        <p:nvSpPr>
          <p:cNvPr id="448" name="Google Shape;448;p37"/>
          <p:cNvSpPr txBox="1"/>
          <p:nvPr/>
        </p:nvSpPr>
        <p:spPr>
          <a:xfrm>
            <a:off x="2857500" y="5073650"/>
            <a:ext cx="614400" cy="4128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1800" u="none" cap="none" strike="noStrike">
                <a:solidFill>
                  <a:srgbClr val="000000"/>
                </a:solidFill>
              </a:rPr>
              <a:t>N-1</a:t>
            </a:r>
            <a:endParaRPr b="0" i="0" sz="1800" u="none" cap="none" strike="noStrike">
              <a:solidFill>
                <a:srgbClr val="000000"/>
              </a:solidFill>
            </a:endParaRPr>
          </a:p>
        </p:txBody>
      </p:sp>
      <p:sp>
        <p:nvSpPr>
          <p:cNvPr id="449" name="Google Shape;449;p37"/>
          <p:cNvSpPr txBox="1"/>
          <p:nvPr/>
        </p:nvSpPr>
        <p:spPr>
          <a:xfrm>
            <a:off x="4305300" y="3429000"/>
            <a:ext cx="457200" cy="4113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1800" u="none" cap="none" strike="noStrike">
                <a:solidFill>
                  <a:srgbClr val="000000"/>
                </a:solidFill>
              </a:rPr>
              <a:t>C</a:t>
            </a:r>
            <a:r>
              <a:rPr b="0" baseline="-25000" i="0" lang="es" sz="1800" u="none" cap="none" strike="noStrike">
                <a:solidFill>
                  <a:srgbClr val="000000"/>
                </a:solidFill>
              </a:rPr>
              <a:t>0</a:t>
            </a:r>
            <a:endParaRPr b="0" i="0" sz="1800" u="none" cap="none" strike="noStrike">
              <a:solidFill>
                <a:srgbClr val="000000"/>
              </a:solidFill>
            </a:endParaRPr>
          </a:p>
        </p:txBody>
      </p:sp>
      <p:sp>
        <p:nvSpPr>
          <p:cNvPr id="450" name="Google Shape;450;p37"/>
          <p:cNvSpPr txBox="1"/>
          <p:nvPr/>
        </p:nvSpPr>
        <p:spPr>
          <a:xfrm>
            <a:off x="4762500" y="3429000"/>
            <a:ext cx="457200" cy="4113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1800" u="none" cap="none" strike="noStrike">
                <a:solidFill>
                  <a:srgbClr val="000000"/>
                </a:solidFill>
              </a:rPr>
              <a:t>...</a:t>
            </a:r>
            <a:endParaRPr b="0" i="0" sz="1800" u="none" cap="none" strike="noStrike">
              <a:solidFill>
                <a:srgbClr val="000000"/>
              </a:solidFill>
            </a:endParaRPr>
          </a:p>
        </p:txBody>
      </p:sp>
      <p:sp>
        <p:nvSpPr>
          <p:cNvPr id="451" name="Google Shape;451;p37"/>
          <p:cNvSpPr txBox="1"/>
          <p:nvPr/>
        </p:nvSpPr>
        <p:spPr>
          <a:xfrm>
            <a:off x="5219700" y="3429000"/>
            <a:ext cx="457200" cy="4113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1800" u="none" cap="none" strike="noStrike">
                <a:solidFill>
                  <a:srgbClr val="000000"/>
                </a:solidFill>
              </a:rPr>
              <a:t>C</a:t>
            </a:r>
            <a:r>
              <a:rPr b="0" baseline="-25000" i="0" lang="es" sz="1800" u="none" cap="none" strike="noStrike">
                <a:solidFill>
                  <a:srgbClr val="000000"/>
                </a:solidFill>
              </a:rPr>
              <a:t>n</a:t>
            </a:r>
            <a:endParaRPr b="0" i="0" sz="1800" u="none" cap="none" strike="noStrike">
              <a:solidFill>
                <a:srgbClr val="000000"/>
              </a:solidFill>
            </a:endParaRPr>
          </a:p>
        </p:txBody>
      </p:sp>
      <p:sp>
        <p:nvSpPr>
          <p:cNvPr id="452" name="Google Shape;452;p37"/>
          <p:cNvSpPr txBox="1"/>
          <p:nvPr/>
        </p:nvSpPr>
        <p:spPr>
          <a:xfrm>
            <a:off x="5676900" y="3429000"/>
            <a:ext cx="523500" cy="4113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1800" u="none" cap="none" strike="noStrike">
                <a:solidFill>
                  <a:srgbClr val="000000"/>
                </a:solidFill>
              </a:rPr>
              <a:t>‘\0’</a:t>
            </a:r>
            <a:endParaRPr b="0" i="0" sz="1800" u="none" cap="none" strike="noStrike">
              <a:solidFill>
                <a:srgbClr val="000000"/>
              </a:solidFill>
            </a:endParaRPr>
          </a:p>
        </p:txBody>
      </p:sp>
      <p:sp>
        <p:nvSpPr>
          <p:cNvPr id="453" name="Google Shape;453;p37"/>
          <p:cNvSpPr txBox="1"/>
          <p:nvPr/>
        </p:nvSpPr>
        <p:spPr>
          <a:xfrm>
            <a:off x="4305300" y="5073650"/>
            <a:ext cx="457200" cy="4128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1800" u="none" cap="none" strike="noStrike">
                <a:solidFill>
                  <a:srgbClr val="000000"/>
                </a:solidFill>
              </a:rPr>
              <a:t>C</a:t>
            </a:r>
            <a:r>
              <a:rPr b="0" baseline="-25000" i="0" lang="es" sz="1800" u="none" cap="none" strike="noStrike">
                <a:solidFill>
                  <a:srgbClr val="000000"/>
                </a:solidFill>
              </a:rPr>
              <a:t>0</a:t>
            </a:r>
            <a:endParaRPr b="0" i="0" sz="1800" u="none" cap="none" strike="noStrike">
              <a:solidFill>
                <a:srgbClr val="000000"/>
              </a:solidFill>
            </a:endParaRPr>
          </a:p>
        </p:txBody>
      </p:sp>
      <p:sp>
        <p:nvSpPr>
          <p:cNvPr id="454" name="Google Shape;454;p37"/>
          <p:cNvSpPr txBox="1"/>
          <p:nvPr/>
        </p:nvSpPr>
        <p:spPr>
          <a:xfrm>
            <a:off x="4762500" y="5073650"/>
            <a:ext cx="457200" cy="4128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1800" u="none" cap="none" strike="noStrike">
                <a:solidFill>
                  <a:srgbClr val="000000"/>
                </a:solidFill>
              </a:rPr>
              <a:t>C</a:t>
            </a:r>
            <a:r>
              <a:rPr b="0" baseline="-25000" i="0" lang="es" sz="1800" u="none" cap="none" strike="noStrike">
                <a:solidFill>
                  <a:srgbClr val="000000"/>
                </a:solidFill>
              </a:rPr>
              <a:t>1</a:t>
            </a:r>
            <a:endParaRPr b="0" i="0" sz="1800" u="none" cap="none" strike="noStrike">
              <a:solidFill>
                <a:srgbClr val="000000"/>
              </a:solidFill>
            </a:endParaRPr>
          </a:p>
        </p:txBody>
      </p:sp>
      <p:sp>
        <p:nvSpPr>
          <p:cNvPr id="455" name="Google Shape;455;p37"/>
          <p:cNvSpPr txBox="1"/>
          <p:nvPr/>
        </p:nvSpPr>
        <p:spPr>
          <a:xfrm>
            <a:off x="5219700" y="5073650"/>
            <a:ext cx="457200" cy="4128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1800" u="none" cap="none" strike="noStrike">
                <a:solidFill>
                  <a:srgbClr val="000000"/>
                </a:solidFill>
              </a:rPr>
              <a:t>...</a:t>
            </a:r>
            <a:endParaRPr b="0" i="0" sz="1800" u="none" cap="none" strike="noStrike">
              <a:solidFill>
                <a:srgbClr val="000000"/>
              </a:solidFill>
            </a:endParaRPr>
          </a:p>
        </p:txBody>
      </p:sp>
      <p:sp>
        <p:nvSpPr>
          <p:cNvPr id="456" name="Google Shape;456;p37"/>
          <p:cNvSpPr txBox="1"/>
          <p:nvPr/>
        </p:nvSpPr>
        <p:spPr>
          <a:xfrm>
            <a:off x="5676900" y="5073650"/>
            <a:ext cx="457200" cy="4128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1800" u="none" cap="none" strike="noStrike">
                <a:solidFill>
                  <a:srgbClr val="000000"/>
                </a:solidFill>
              </a:rPr>
              <a:t>C</a:t>
            </a:r>
            <a:r>
              <a:rPr b="0" baseline="-25000" i="0" lang="es" sz="1800" u="none" cap="none" strike="noStrike">
                <a:solidFill>
                  <a:srgbClr val="000000"/>
                </a:solidFill>
              </a:rPr>
              <a:t>n</a:t>
            </a:r>
            <a:endParaRPr b="0" i="0" sz="1800" u="none" cap="none" strike="noStrike">
              <a:solidFill>
                <a:srgbClr val="000000"/>
              </a:solidFill>
            </a:endParaRPr>
          </a:p>
        </p:txBody>
      </p:sp>
      <p:sp>
        <p:nvSpPr>
          <p:cNvPr id="457" name="Google Shape;457;p37"/>
          <p:cNvSpPr txBox="1"/>
          <p:nvPr/>
        </p:nvSpPr>
        <p:spPr>
          <a:xfrm>
            <a:off x="6134100" y="5073650"/>
            <a:ext cx="614400" cy="4128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1800" u="none" cap="none" strike="noStrike">
                <a:solidFill>
                  <a:srgbClr val="000000"/>
                </a:solidFill>
              </a:rPr>
              <a:t>‘\0’</a:t>
            </a:r>
            <a:endParaRPr b="0" i="0" sz="1800" u="none" cap="none" strike="noStrike">
              <a:solidFill>
                <a:srgbClr val="000000"/>
              </a:solidFill>
            </a:endParaRPr>
          </a:p>
        </p:txBody>
      </p:sp>
      <p:sp>
        <p:nvSpPr>
          <p:cNvPr id="458" name="Google Shape;458;p37"/>
          <p:cNvSpPr txBox="1"/>
          <p:nvPr/>
        </p:nvSpPr>
        <p:spPr>
          <a:xfrm>
            <a:off x="2857500" y="5486400"/>
            <a:ext cx="614400" cy="411300"/>
          </a:xfrm>
          <a:prstGeom prst="rect">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1800" u="none" cap="none" strike="noStrike">
                <a:solidFill>
                  <a:srgbClr val="000000"/>
                </a:solidFill>
              </a:rPr>
              <a:t>N</a:t>
            </a:r>
            <a:endParaRPr b="0" i="0" sz="1800" u="none" cap="none" strike="noStrike">
              <a:solidFill>
                <a:srgbClr val="000000"/>
              </a:solidFill>
            </a:endParaRPr>
          </a:p>
        </p:txBody>
      </p:sp>
      <p:sp>
        <p:nvSpPr>
          <p:cNvPr id="459" name="Google Shape;459;p37"/>
          <p:cNvSpPr txBox="1"/>
          <p:nvPr/>
        </p:nvSpPr>
        <p:spPr>
          <a:xfrm>
            <a:off x="4381500" y="5851525"/>
            <a:ext cx="914400" cy="41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Font typeface="Courier New"/>
              <a:buNone/>
            </a:pPr>
            <a:r>
              <a:rPr i="0" lang="es" sz="1800" u="none" cap="none" strike="noStrike">
                <a:solidFill>
                  <a:srgbClr val="000000"/>
                </a:solidFill>
                <a:latin typeface="Consolas"/>
                <a:ea typeface="Consolas"/>
                <a:cs typeface="Consolas"/>
                <a:sym typeface="Consolas"/>
              </a:rPr>
              <a:t>NULL</a:t>
            </a:r>
            <a:endParaRPr i="0" sz="1800" u="none" cap="none" strike="noStrike">
              <a:solidFill>
                <a:srgbClr val="000000"/>
              </a:solidFill>
              <a:latin typeface="Consolas"/>
              <a:ea typeface="Consolas"/>
              <a:cs typeface="Consolas"/>
              <a:sym typeface="Consolas"/>
            </a:endParaRPr>
          </a:p>
        </p:txBody>
      </p:sp>
      <p:cxnSp>
        <p:nvCxnSpPr>
          <p:cNvPr id="460" name="Google Shape;460;p37"/>
          <p:cNvCxnSpPr/>
          <p:nvPr/>
        </p:nvCxnSpPr>
        <p:spPr>
          <a:xfrm>
            <a:off x="3314700" y="3635375"/>
            <a:ext cx="990600" cy="0"/>
          </a:xfrm>
          <a:prstGeom prst="straightConnector1">
            <a:avLst/>
          </a:prstGeom>
          <a:noFill/>
          <a:ln cap="rnd" cmpd="sng" w="9525">
            <a:solidFill>
              <a:srgbClr val="000000"/>
            </a:solidFill>
            <a:prstDash val="solid"/>
            <a:miter lim="8000"/>
            <a:headEnd len="sm" w="sm" type="none"/>
            <a:tailEnd len="sm" w="sm" type="triangle"/>
          </a:ln>
        </p:spPr>
      </p:cxnSp>
      <p:cxnSp>
        <p:nvCxnSpPr>
          <p:cNvPr id="461" name="Google Shape;461;p37"/>
          <p:cNvCxnSpPr>
            <a:endCxn id="453" idx="1"/>
          </p:cNvCxnSpPr>
          <p:nvPr/>
        </p:nvCxnSpPr>
        <p:spPr>
          <a:xfrm>
            <a:off x="3390900" y="5280050"/>
            <a:ext cx="914400" cy="0"/>
          </a:xfrm>
          <a:prstGeom prst="straightConnector1">
            <a:avLst/>
          </a:prstGeom>
          <a:noFill/>
          <a:ln cap="rnd" cmpd="sng" w="9525">
            <a:solidFill>
              <a:srgbClr val="000000"/>
            </a:solidFill>
            <a:prstDash val="solid"/>
            <a:miter lim="8000"/>
            <a:headEnd len="sm" w="sm" type="none"/>
            <a:tailEnd len="sm" w="sm" type="triangle"/>
          </a:ln>
        </p:spPr>
      </p:cxnSp>
      <p:cxnSp>
        <p:nvCxnSpPr>
          <p:cNvPr id="462" name="Google Shape;462;p37"/>
          <p:cNvCxnSpPr/>
          <p:nvPr/>
        </p:nvCxnSpPr>
        <p:spPr>
          <a:xfrm>
            <a:off x="3314700" y="5692775"/>
            <a:ext cx="1066800" cy="311100"/>
          </a:xfrm>
          <a:prstGeom prst="straightConnector1">
            <a:avLst/>
          </a:prstGeom>
          <a:noFill/>
          <a:ln cap="rnd" cmpd="sng" w="9525">
            <a:solidFill>
              <a:srgbClr val="000000"/>
            </a:solidFill>
            <a:prstDash val="solid"/>
            <a:miter lim="8000"/>
            <a:headEnd len="sm" w="sm" type="none"/>
            <a:tailEnd len="sm" w="sm" type="triangle"/>
          </a:ln>
        </p:spPr>
      </p:cxnSp>
      <p:sp>
        <p:nvSpPr>
          <p:cNvPr id="463" name="Google Shape;463;p37"/>
          <p:cNvSpPr txBox="1"/>
          <p:nvPr/>
        </p:nvSpPr>
        <p:spPr>
          <a:xfrm>
            <a:off x="2452725" y="2681275"/>
            <a:ext cx="1066800" cy="411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Font typeface="Courier New"/>
              <a:buNone/>
            </a:pPr>
            <a:r>
              <a:rPr b="1" i="0" lang="es" sz="1800" u="none" cap="none" strike="noStrike">
                <a:solidFill>
                  <a:srgbClr val="000000"/>
                </a:solidFill>
                <a:latin typeface="Consolas"/>
                <a:ea typeface="Consolas"/>
                <a:cs typeface="Consolas"/>
                <a:sym typeface="Consolas"/>
              </a:rPr>
              <a:t>argv</a:t>
            </a:r>
            <a:endParaRPr b="1" i="0" sz="1800" u="none" cap="none" strike="noStrike">
              <a:solidFill>
                <a:srgbClr val="000000"/>
              </a:solidFill>
              <a:latin typeface="Consolas"/>
              <a:ea typeface="Consolas"/>
              <a:cs typeface="Consolas"/>
              <a:sym typeface="Consolas"/>
            </a:endParaRPr>
          </a:p>
        </p:txBody>
      </p:sp>
      <p:cxnSp>
        <p:nvCxnSpPr>
          <p:cNvPr id="464" name="Google Shape;464;p37"/>
          <p:cNvCxnSpPr/>
          <p:nvPr/>
        </p:nvCxnSpPr>
        <p:spPr>
          <a:xfrm>
            <a:off x="2986087" y="3040062"/>
            <a:ext cx="99900" cy="388800"/>
          </a:xfrm>
          <a:prstGeom prst="straightConnector1">
            <a:avLst/>
          </a:prstGeom>
          <a:noFill/>
          <a:ln cap="rnd" cmpd="sng" w="9525">
            <a:solidFill>
              <a:srgbClr val="000000"/>
            </a:solidFill>
            <a:prstDash val="solid"/>
            <a:miter lim="8000"/>
            <a:headEnd len="sm" w="sm" type="none"/>
            <a:tailEnd len="sm" w="sm" type="triangle"/>
          </a:ln>
        </p:spPr>
      </p:cxnSp>
      <p:sp>
        <p:nvSpPr>
          <p:cNvPr id="465" name="Google Shape;465;p37"/>
          <p:cNvSpPr/>
          <p:nvPr/>
        </p:nvSpPr>
        <p:spPr>
          <a:xfrm>
            <a:off x="2552700" y="3429000"/>
            <a:ext cx="228600" cy="2057400"/>
          </a:xfrm>
          <a:prstGeom prst="leftBrace">
            <a:avLst>
              <a:gd fmla="val 8333" name="adj1"/>
              <a:gd fmla="val 50000" name="adj2"/>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37"/>
          <p:cNvSpPr txBox="1"/>
          <p:nvPr/>
        </p:nvSpPr>
        <p:spPr>
          <a:xfrm>
            <a:off x="76200" y="4251325"/>
            <a:ext cx="2358900" cy="4113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Font typeface="Courier New"/>
              <a:buNone/>
            </a:pPr>
            <a:r>
              <a:rPr b="1" i="0" lang="es" sz="1800" u="none" cap="none" strike="noStrike">
                <a:solidFill>
                  <a:srgbClr val="000000"/>
                </a:solidFill>
                <a:latin typeface="Consolas"/>
                <a:ea typeface="Consolas"/>
                <a:cs typeface="Consolas"/>
                <a:sym typeface="Consolas"/>
              </a:rPr>
              <a:t>argc</a:t>
            </a:r>
            <a:r>
              <a:rPr i="0" lang="es" sz="1800" u="none" cap="none" strike="noStrike">
                <a:solidFill>
                  <a:srgbClr val="000000"/>
                </a:solidFill>
                <a:latin typeface="Consolas"/>
                <a:ea typeface="Consolas"/>
                <a:cs typeface="Consolas"/>
                <a:sym typeface="Consolas"/>
              </a:rPr>
              <a:t> = N ≥ 1</a:t>
            </a:r>
            <a:endParaRPr i="0" sz="1800" u="none" cap="none" strike="noStrike">
              <a:solidFill>
                <a:srgbClr val="000000"/>
              </a:solidFill>
              <a:latin typeface="Consolas"/>
              <a:ea typeface="Consolas"/>
              <a:cs typeface="Consolas"/>
              <a:sym typeface="Consolas"/>
            </a:endParaRPr>
          </a:p>
        </p:txBody>
      </p:sp>
      <p:sp>
        <p:nvSpPr>
          <p:cNvPr id="467" name="Google Shape;467;p37"/>
          <p:cNvSpPr/>
          <p:nvPr/>
        </p:nvSpPr>
        <p:spPr>
          <a:xfrm>
            <a:off x="6858000" y="3908425"/>
            <a:ext cx="304800" cy="1714500"/>
          </a:xfrm>
          <a:prstGeom prst="rightBrace">
            <a:avLst>
              <a:gd fmla="val 8333" name="adj1"/>
              <a:gd fmla="val 50661" name="adj2"/>
            </a:avLst>
          </a:prstGeom>
          <a:no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37"/>
          <p:cNvSpPr txBox="1"/>
          <p:nvPr/>
        </p:nvSpPr>
        <p:spPr>
          <a:xfrm>
            <a:off x="6324600" y="3406775"/>
            <a:ext cx="2819400" cy="411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Font typeface="Courier New"/>
              <a:buNone/>
            </a:pPr>
            <a:r>
              <a:rPr b="1" i="0" lang="es" sz="1800" u="none" cap="none" strike="noStrike">
                <a:solidFill>
                  <a:srgbClr val="000000"/>
                </a:solidFill>
                <a:latin typeface="Inter"/>
                <a:ea typeface="Inter"/>
                <a:cs typeface="Inter"/>
                <a:sym typeface="Inter"/>
              </a:rPr>
              <a:t>Nombre del programa</a:t>
            </a:r>
            <a:endParaRPr b="1" i="0" sz="1800" u="none" cap="none" strike="noStrike">
              <a:solidFill>
                <a:srgbClr val="000000"/>
              </a:solidFill>
              <a:latin typeface="Inter"/>
              <a:ea typeface="Inter"/>
              <a:cs typeface="Inter"/>
              <a:sym typeface="Inter"/>
            </a:endParaRPr>
          </a:p>
        </p:txBody>
      </p:sp>
      <p:sp>
        <p:nvSpPr>
          <p:cNvPr id="469" name="Google Shape;469;p37"/>
          <p:cNvSpPr txBox="1"/>
          <p:nvPr/>
        </p:nvSpPr>
        <p:spPr>
          <a:xfrm>
            <a:off x="7188900" y="4556875"/>
            <a:ext cx="1476900" cy="35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Font typeface="Courier New"/>
              <a:buNone/>
            </a:pPr>
            <a:r>
              <a:rPr b="0" i="0" lang="es" sz="1800" u="none" cap="none" strike="noStrike">
                <a:solidFill>
                  <a:srgbClr val="000000"/>
                </a:solidFill>
              </a:rPr>
              <a:t>Argumentos</a:t>
            </a:r>
            <a:endParaRPr b="0" i="0" sz="1800" u="none" cap="none" strike="noStrike">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8"/>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8"/>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Gestión de Errores</a:t>
            </a:r>
            <a:endParaRPr b="0" i="1" sz="3200" u="none" cap="none" strike="noStrike">
              <a:solidFill>
                <a:srgbClr val="000000"/>
              </a:solidFill>
              <a:latin typeface="Inter Medium"/>
              <a:ea typeface="Inter Medium"/>
              <a:cs typeface="Inter Medium"/>
              <a:sym typeface="Inter Medium"/>
            </a:endParaRPr>
          </a:p>
        </p:txBody>
      </p:sp>
      <p:sp>
        <p:nvSpPr>
          <p:cNvPr id="476" name="Google Shape;476;p38"/>
          <p:cNvSpPr txBox="1"/>
          <p:nvPr/>
        </p:nvSpPr>
        <p:spPr>
          <a:xfrm>
            <a:off x="7606396" y="814448"/>
            <a:ext cx="1484700" cy="933000"/>
          </a:xfrm>
          <a:prstGeom prst="rect">
            <a:avLst/>
          </a:prstGeom>
          <a:solidFill>
            <a:srgbClr val="F3F3F3"/>
          </a:solidFill>
          <a:ln cap="rnd" cmpd="sng" w="38100">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Font typeface="Times New Roman"/>
              <a:buNone/>
            </a:pPr>
            <a:r>
              <a:rPr i="0" lang="es" sz="1800" u="none" cap="none" strike="noStrike">
                <a:solidFill>
                  <a:srgbClr val="000000"/>
                </a:solidFill>
                <a:latin typeface="Consolas"/>
                <a:ea typeface="Consolas"/>
                <a:cs typeface="Consolas"/>
                <a:sym typeface="Consolas"/>
              </a:rPr>
              <a:t>&lt;stdio.h&gt;</a:t>
            </a:r>
            <a:endParaRPr i="0" sz="1800" u="none" cap="none" strike="noStrike">
              <a:solidFill>
                <a:srgbClr val="000000"/>
              </a:solidFill>
              <a:latin typeface="Consolas"/>
              <a:ea typeface="Consolas"/>
              <a:cs typeface="Consolas"/>
              <a:sym typeface="Consolas"/>
            </a:endParaRPr>
          </a:p>
          <a:p>
            <a:pPr indent="0" lvl="0" marL="0" rtl="0" algn="l">
              <a:spcBef>
                <a:spcPts val="0"/>
              </a:spcBef>
              <a:spcAft>
                <a:spcPts val="0"/>
              </a:spcAft>
              <a:buClr>
                <a:srgbClr val="000000"/>
              </a:buClr>
              <a:buFont typeface="Times New Roman"/>
              <a:buNone/>
            </a:pPr>
            <a:r>
              <a:rPr lang="es" sz="1800">
                <a:solidFill>
                  <a:srgbClr val="000000"/>
                </a:solidFill>
                <a:latin typeface="Consolas"/>
                <a:ea typeface="Consolas"/>
                <a:cs typeface="Consolas"/>
                <a:sym typeface="Consolas"/>
              </a:rPr>
              <a:t>&lt;errno.h&gt;</a:t>
            </a:r>
            <a:endParaRPr sz="1800">
              <a:solidFill>
                <a:srgbClr val="000000"/>
              </a:solidFill>
              <a:latin typeface="Consolas"/>
              <a:ea typeface="Consolas"/>
              <a:cs typeface="Consolas"/>
              <a:sym typeface="Consolas"/>
            </a:endParaRPr>
          </a:p>
          <a:p>
            <a:pPr indent="0" lvl="0" marL="0" marR="0" rtl="0" algn="l">
              <a:spcBef>
                <a:spcPts val="0"/>
              </a:spcBef>
              <a:spcAft>
                <a:spcPts val="0"/>
              </a:spcAft>
              <a:buClr>
                <a:srgbClr val="000000"/>
              </a:buClr>
              <a:buFont typeface="Times New Roman"/>
              <a:buNone/>
            </a:pPr>
            <a:r>
              <a:rPr lang="es" sz="1800">
                <a:solidFill>
                  <a:srgbClr val="000000"/>
                </a:solidFill>
                <a:latin typeface="Consolas"/>
                <a:ea typeface="Consolas"/>
                <a:cs typeface="Consolas"/>
                <a:sym typeface="Consolas"/>
              </a:rPr>
              <a:t>&lt;string.h&gt;</a:t>
            </a:r>
            <a:endParaRPr sz="1800">
              <a:solidFill>
                <a:srgbClr val="000000"/>
              </a:solidFill>
              <a:latin typeface="Consolas"/>
              <a:ea typeface="Consolas"/>
              <a:cs typeface="Consolas"/>
              <a:sym typeface="Consolas"/>
            </a:endParaRPr>
          </a:p>
        </p:txBody>
      </p:sp>
      <p:sp>
        <p:nvSpPr>
          <p:cNvPr id="477" name="Google Shape;477;p38"/>
          <p:cNvSpPr txBox="1"/>
          <p:nvPr/>
        </p:nvSpPr>
        <p:spPr>
          <a:xfrm>
            <a:off x="0" y="6452127"/>
            <a:ext cx="9016200" cy="4002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baseline="30000" i="1" lang="es">
                <a:solidFill>
                  <a:srgbClr val="E69138"/>
                </a:solidFill>
                <a:latin typeface="Inter"/>
                <a:ea typeface="Inter"/>
                <a:cs typeface="Inter"/>
                <a:sym typeface="Inter"/>
              </a:rPr>
              <a:t>*</a:t>
            </a:r>
            <a:r>
              <a:rPr i="1" lang="es">
                <a:solidFill>
                  <a:schemeClr val="dk1"/>
                </a:solidFill>
                <a:latin typeface="Inter"/>
                <a:ea typeface="Inter"/>
                <a:cs typeface="Inter"/>
                <a:sym typeface="Inter"/>
              </a:rPr>
              <a:t> </a:t>
            </a:r>
            <a:r>
              <a:rPr lang="es">
                <a:solidFill>
                  <a:schemeClr val="dk1"/>
                </a:solidFill>
                <a:latin typeface="Inter"/>
                <a:ea typeface="Inter"/>
                <a:cs typeface="Inter"/>
                <a:sym typeface="Inter"/>
              </a:rPr>
              <a:t>Algunas funciones de librería también devuelven -1 en caso de </a:t>
            </a:r>
            <a:r>
              <a:rPr lang="es">
                <a:solidFill>
                  <a:schemeClr val="dk1"/>
                </a:solidFill>
                <a:latin typeface="Inter"/>
                <a:ea typeface="Inter"/>
                <a:cs typeface="Inter"/>
                <a:sym typeface="Inter"/>
              </a:rPr>
              <a:t>error</a:t>
            </a:r>
            <a:endParaRPr>
              <a:solidFill>
                <a:schemeClr val="dk1"/>
              </a:solidFill>
              <a:latin typeface="Inter"/>
              <a:ea typeface="Inter"/>
              <a:cs typeface="Inter"/>
              <a:sym typeface="Inter"/>
            </a:endParaRPr>
          </a:p>
        </p:txBody>
      </p:sp>
      <p:sp>
        <p:nvSpPr>
          <p:cNvPr id="478" name="Google Shape;478;p38"/>
          <p:cNvSpPr txBox="1"/>
          <p:nvPr/>
        </p:nvSpPr>
        <p:spPr>
          <a:xfrm>
            <a:off x="8400" y="902897"/>
            <a:ext cx="9082800" cy="5245500"/>
          </a:xfrm>
          <a:prstGeom prst="rect">
            <a:avLst/>
          </a:prstGeom>
          <a:noFill/>
          <a:ln>
            <a:noFill/>
          </a:ln>
        </p:spPr>
        <p:txBody>
          <a:bodyPr anchorCtr="0" anchor="t" bIns="91425" lIns="91425" spcFirstLastPara="1" rIns="91425" wrap="square" tIns="91425">
            <a:noAutofit/>
          </a:bodyPr>
          <a:lstStyle/>
          <a:p>
            <a:pPr indent="-342900" lvl="0" marL="457200" rtl="0" algn="l">
              <a:spcBef>
                <a:spcPts val="1000"/>
              </a:spcBef>
              <a:spcAft>
                <a:spcPts val="0"/>
              </a:spcAft>
              <a:buClr>
                <a:srgbClr val="000000"/>
              </a:buClr>
              <a:buSzPts val="1800"/>
              <a:buChar char="●"/>
            </a:pPr>
            <a:r>
              <a:rPr lang="es" sz="1800">
                <a:solidFill>
                  <a:srgbClr val="000000"/>
                </a:solidFill>
              </a:rPr>
              <a:t>Imprimir un mensaje de error:</a:t>
            </a:r>
            <a:endParaRPr sz="1800">
              <a:solidFill>
                <a:srgbClr val="000000"/>
              </a:solidFill>
            </a:endParaRPr>
          </a:p>
          <a:p>
            <a:pPr indent="0" lvl="0" marL="914400" rtl="0" algn="l">
              <a:spcBef>
                <a:spcPts val="1000"/>
              </a:spcBef>
              <a:spcAft>
                <a:spcPts val="0"/>
              </a:spcAft>
              <a:buSzPts val="1100"/>
              <a:buNone/>
            </a:pPr>
            <a:r>
              <a:rPr b="1" lang="es" sz="1800">
                <a:solidFill>
                  <a:srgbClr val="E69138"/>
                </a:solidFill>
                <a:latin typeface="Courier New"/>
                <a:ea typeface="Courier New"/>
                <a:cs typeface="Courier New"/>
                <a:sym typeface="Courier New"/>
              </a:rPr>
              <a:t>void</a:t>
            </a:r>
            <a:r>
              <a:rPr b="1" lang="es" sz="1800">
                <a:solidFill>
                  <a:srgbClr val="000000"/>
                </a:solidFill>
                <a:latin typeface="Courier New"/>
                <a:ea typeface="Courier New"/>
                <a:cs typeface="Courier New"/>
                <a:sym typeface="Courier New"/>
              </a:rPr>
              <a:t> </a:t>
            </a:r>
            <a:r>
              <a:rPr lang="es" sz="1800">
                <a:solidFill>
                  <a:srgbClr val="000000"/>
                </a:solidFill>
                <a:latin typeface="Courier New"/>
                <a:ea typeface="Courier New"/>
                <a:cs typeface="Courier New"/>
                <a:sym typeface="Courier New"/>
              </a:rPr>
              <a:t>perror(</a:t>
            </a:r>
            <a:r>
              <a:rPr b="1" lang="es" sz="1800">
                <a:solidFill>
                  <a:srgbClr val="E69138"/>
                </a:solidFill>
                <a:latin typeface="Courier New"/>
                <a:ea typeface="Courier New"/>
                <a:cs typeface="Courier New"/>
                <a:sym typeface="Courier New"/>
              </a:rPr>
              <a:t>const</a:t>
            </a:r>
            <a:r>
              <a:rPr b="1" lang="es" sz="1800">
                <a:solidFill>
                  <a:srgbClr val="000000"/>
                </a:solidFill>
                <a:latin typeface="Courier New"/>
                <a:ea typeface="Courier New"/>
                <a:cs typeface="Courier New"/>
                <a:sym typeface="Courier New"/>
              </a:rPr>
              <a:t> </a:t>
            </a:r>
            <a:r>
              <a:rPr b="1" lang="es" sz="1800">
                <a:solidFill>
                  <a:srgbClr val="E69138"/>
                </a:solidFill>
                <a:latin typeface="Courier New"/>
                <a:ea typeface="Courier New"/>
                <a:cs typeface="Courier New"/>
                <a:sym typeface="Courier New"/>
              </a:rPr>
              <a:t>char</a:t>
            </a:r>
            <a:r>
              <a:rPr b="1" lang="es" sz="1800">
                <a:solidFill>
                  <a:srgbClr val="000000"/>
                </a:solidFill>
                <a:latin typeface="Courier New"/>
                <a:ea typeface="Courier New"/>
                <a:cs typeface="Courier New"/>
                <a:sym typeface="Courier New"/>
              </a:rPr>
              <a:t> *</a:t>
            </a:r>
            <a:r>
              <a:rPr lang="es" sz="1800">
                <a:solidFill>
                  <a:srgbClr val="000000"/>
                </a:solidFill>
                <a:latin typeface="Courier New"/>
                <a:ea typeface="Courier New"/>
                <a:cs typeface="Courier New"/>
                <a:sym typeface="Courier New"/>
              </a:rPr>
              <a:t>s);</a:t>
            </a:r>
            <a:endParaRPr sz="1800">
              <a:solidFill>
                <a:srgbClr val="000000"/>
              </a:solidFill>
            </a:endParaRPr>
          </a:p>
          <a:p>
            <a:pPr indent="-342900" lvl="1" marL="914400" rtl="0" algn="l">
              <a:spcBef>
                <a:spcPts val="1000"/>
              </a:spcBef>
              <a:spcAft>
                <a:spcPts val="0"/>
              </a:spcAft>
              <a:buClr>
                <a:srgbClr val="000000"/>
              </a:buClr>
              <a:buSzPts val="1800"/>
              <a:buChar char="○"/>
            </a:pPr>
            <a:r>
              <a:rPr lang="es" sz="1800">
                <a:solidFill>
                  <a:srgbClr val="000000"/>
                </a:solidFill>
                <a:latin typeface="Inter"/>
                <a:ea typeface="Inter"/>
                <a:cs typeface="Inter"/>
                <a:sym typeface="Inter"/>
              </a:rPr>
              <a:t>Imprime por la salida de error (stderr) un mensaje que</a:t>
            </a:r>
            <a:r>
              <a:rPr lang="es" sz="1800">
                <a:latin typeface="Inter"/>
                <a:ea typeface="Inter"/>
                <a:cs typeface="Inter"/>
                <a:sym typeface="Inter"/>
              </a:rPr>
              <a:t> </a:t>
            </a:r>
            <a:r>
              <a:rPr lang="es" sz="1800">
                <a:solidFill>
                  <a:srgbClr val="000000"/>
                </a:solidFill>
                <a:latin typeface="Inter"/>
                <a:ea typeface="Inter"/>
                <a:cs typeface="Inter"/>
                <a:sym typeface="Inter"/>
              </a:rPr>
              <a:t>describe el </a:t>
            </a:r>
            <a:r>
              <a:rPr b="1" lang="es" sz="1800" u="sng">
                <a:solidFill>
                  <a:srgbClr val="000000"/>
                </a:solidFill>
                <a:latin typeface="Inter"/>
                <a:ea typeface="Inter"/>
                <a:cs typeface="Inter"/>
                <a:sym typeface="Inter"/>
              </a:rPr>
              <a:t>último</a:t>
            </a:r>
            <a:r>
              <a:rPr lang="es" sz="1800">
                <a:solidFill>
                  <a:srgbClr val="000000"/>
                </a:solidFill>
                <a:latin typeface="Inter"/>
                <a:ea typeface="Inter"/>
                <a:cs typeface="Inter"/>
                <a:sym typeface="Inter"/>
              </a:rPr>
              <a:t> error encontrado en una llamada al </a:t>
            </a:r>
            <a:r>
              <a:rPr lang="es" sz="1800">
                <a:latin typeface="Inter"/>
                <a:ea typeface="Inter"/>
                <a:cs typeface="Inter"/>
                <a:sym typeface="Inter"/>
              </a:rPr>
              <a:t> </a:t>
            </a:r>
            <a:r>
              <a:rPr lang="es" sz="1800">
                <a:solidFill>
                  <a:srgbClr val="000000"/>
                </a:solidFill>
                <a:latin typeface="Inter"/>
                <a:ea typeface="Inter"/>
                <a:cs typeface="Inter"/>
                <a:sym typeface="Inter"/>
              </a:rPr>
              <a:t>sistema o función de biblioteca</a:t>
            </a:r>
            <a:endParaRPr sz="1800">
              <a:solidFill>
                <a:srgbClr val="000000"/>
              </a:solidFill>
              <a:latin typeface="Inter"/>
              <a:ea typeface="Inter"/>
              <a:cs typeface="Inter"/>
              <a:sym typeface="Inter"/>
            </a:endParaRPr>
          </a:p>
          <a:p>
            <a:pPr indent="-342900" lvl="1" marL="914400" rtl="0" algn="l">
              <a:spcBef>
                <a:spcPts val="1000"/>
              </a:spcBef>
              <a:spcAft>
                <a:spcPts val="0"/>
              </a:spcAft>
              <a:buClr>
                <a:srgbClr val="000000"/>
              </a:buClr>
              <a:buSzPts val="1800"/>
              <a:buFont typeface="Inter"/>
              <a:buChar char="○"/>
            </a:pPr>
            <a:r>
              <a:rPr lang="es" sz="1800">
                <a:solidFill>
                  <a:srgbClr val="000000"/>
                </a:solidFill>
                <a:latin typeface="Inter"/>
                <a:ea typeface="Inter"/>
                <a:cs typeface="Inter"/>
                <a:sym typeface="Inter"/>
              </a:rPr>
              <a:t>El formato de salida es:</a:t>
            </a:r>
            <a:endParaRPr sz="1800">
              <a:solidFill>
                <a:srgbClr val="000000"/>
              </a:solidFill>
              <a:latin typeface="Inter"/>
              <a:ea typeface="Inter"/>
              <a:cs typeface="Inter"/>
              <a:sym typeface="Inter"/>
            </a:endParaRPr>
          </a:p>
          <a:p>
            <a:pPr indent="0" lvl="0" marL="0" rtl="0" algn="l">
              <a:spcBef>
                <a:spcPts val="0"/>
              </a:spcBef>
              <a:spcAft>
                <a:spcPts val="0"/>
              </a:spcAft>
              <a:buSzPts val="1100"/>
              <a:buNone/>
            </a:pPr>
            <a:r>
              <a:t/>
            </a:r>
            <a:endParaRPr sz="1800">
              <a:solidFill>
                <a:srgbClr val="000000"/>
              </a:solidFill>
              <a:latin typeface="Inter"/>
              <a:ea typeface="Inter"/>
              <a:cs typeface="Inter"/>
              <a:sym typeface="Inter"/>
            </a:endParaRPr>
          </a:p>
          <a:p>
            <a:pPr indent="0" lvl="0" marL="0" rtl="0" algn="l">
              <a:spcBef>
                <a:spcPts val="0"/>
              </a:spcBef>
              <a:spcAft>
                <a:spcPts val="0"/>
              </a:spcAft>
              <a:buSzPts val="1100"/>
              <a:buNone/>
            </a:pPr>
            <a:r>
              <a:t/>
            </a:r>
            <a:endParaRPr sz="1800">
              <a:solidFill>
                <a:srgbClr val="000000"/>
              </a:solidFill>
              <a:latin typeface="Inter"/>
              <a:ea typeface="Inter"/>
              <a:cs typeface="Inter"/>
              <a:sym typeface="Inter"/>
            </a:endParaRPr>
          </a:p>
          <a:p>
            <a:pPr indent="-342900" lvl="1" marL="914400" rtl="0" algn="l">
              <a:spcBef>
                <a:spcPts val="0"/>
              </a:spcBef>
              <a:spcAft>
                <a:spcPts val="0"/>
              </a:spcAft>
              <a:buClr>
                <a:srgbClr val="000000"/>
              </a:buClr>
              <a:buSzPts val="1800"/>
              <a:buFont typeface="Inter"/>
              <a:buChar char="○"/>
            </a:pPr>
            <a:r>
              <a:rPr lang="es" sz="1800">
                <a:latin typeface="Inter"/>
                <a:ea typeface="Inter"/>
                <a:cs typeface="Inter"/>
                <a:sym typeface="Inter"/>
              </a:rPr>
              <a:t>I</a:t>
            </a:r>
            <a:r>
              <a:rPr lang="es" sz="1800">
                <a:solidFill>
                  <a:srgbClr val="000000"/>
                </a:solidFill>
                <a:latin typeface="Inter"/>
                <a:ea typeface="Inter"/>
                <a:cs typeface="Inter"/>
                <a:sym typeface="Inter"/>
              </a:rPr>
              <a:t>ncluir el nombre de la función que produjo el error</a:t>
            </a:r>
            <a:endParaRPr sz="1800">
              <a:solidFill>
                <a:srgbClr val="000000"/>
              </a:solidFill>
              <a:latin typeface="Inter"/>
              <a:ea typeface="Inter"/>
              <a:cs typeface="Inter"/>
              <a:sym typeface="Inter"/>
            </a:endParaRPr>
          </a:p>
          <a:p>
            <a:pPr indent="-342900" lvl="0" marL="457200" rtl="0" algn="l">
              <a:spcBef>
                <a:spcPts val="1000"/>
              </a:spcBef>
              <a:spcAft>
                <a:spcPts val="0"/>
              </a:spcAft>
              <a:buClr>
                <a:srgbClr val="000000"/>
              </a:buClr>
              <a:buSzPts val="1800"/>
              <a:buChar char="●"/>
            </a:pPr>
            <a:r>
              <a:rPr lang="es" sz="1800">
                <a:solidFill>
                  <a:srgbClr val="000000"/>
                </a:solidFill>
                <a:latin typeface="Inter"/>
                <a:ea typeface="Inter"/>
                <a:cs typeface="Inter"/>
                <a:sym typeface="Inter"/>
              </a:rPr>
              <a:t>El código de error se obtiene de la variable errno, que se fija cuando se produce un error, pero no se borra cuando la llamada tiene éxito:</a:t>
            </a:r>
            <a:endParaRPr sz="1800">
              <a:solidFill>
                <a:srgbClr val="000000"/>
              </a:solidFill>
              <a:latin typeface="Inter"/>
              <a:ea typeface="Inter"/>
              <a:cs typeface="Inter"/>
              <a:sym typeface="Inter"/>
            </a:endParaRPr>
          </a:p>
          <a:p>
            <a:pPr indent="0" lvl="0" marL="914400" rtl="0" algn="l">
              <a:spcBef>
                <a:spcPts val="1000"/>
              </a:spcBef>
              <a:spcAft>
                <a:spcPts val="0"/>
              </a:spcAft>
              <a:buSzPts val="1100"/>
              <a:buNone/>
            </a:pPr>
            <a:r>
              <a:rPr b="1" lang="es" sz="1800">
                <a:solidFill>
                  <a:srgbClr val="E69138"/>
                </a:solidFill>
                <a:latin typeface="Courier New"/>
                <a:ea typeface="Courier New"/>
                <a:cs typeface="Courier New"/>
                <a:sym typeface="Courier New"/>
              </a:rPr>
              <a:t>int</a:t>
            </a:r>
            <a:r>
              <a:rPr lang="es" sz="1800">
                <a:solidFill>
                  <a:srgbClr val="000000"/>
                </a:solidFill>
                <a:latin typeface="Courier New"/>
                <a:ea typeface="Courier New"/>
                <a:cs typeface="Courier New"/>
                <a:sym typeface="Courier New"/>
              </a:rPr>
              <a:t> errno;</a:t>
            </a:r>
            <a:endParaRPr sz="1800">
              <a:solidFill>
                <a:srgbClr val="000000"/>
              </a:solidFill>
              <a:latin typeface="Courier New"/>
              <a:ea typeface="Courier New"/>
              <a:cs typeface="Courier New"/>
              <a:sym typeface="Courier New"/>
            </a:endParaRPr>
          </a:p>
          <a:p>
            <a:pPr indent="-342900" lvl="0" marL="450000" rtl="0" algn="l">
              <a:spcBef>
                <a:spcPts val="1000"/>
              </a:spcBef>
              <a:spcAft>
                <a:spcPts val="0"/>
              </a:spcAft>
              <a:buClr>
                <a:srgbClr val="000000"/>
              </a:buClr>
              <a:buSzPts val="1800"/>
              <a:buChar char="●"/>
            </a:pPr>
            <a:r>
              <a:rPr lang="es" sz="1800">
                <a:solidFill>
                  <a:srgbClr val="000000"/>
                </a:solidFill>
              </a:rPr>
              <a:t>Por convenio, las llamadas al sistema</a:t>
            </a:r>
            <a:r>
              <a:rPr b="1" baseline="30000" i="1" lang="es">
                <a:solidFill>
                  <a:srgbClr val="E69138"/>
                </a:solidFill>
                <a:latin typeface="Inter"/>
                <a:ea typeface="Inter"/>
                <a:cs typeface="Inter"/>
                <a:sym typeface="Inter"/>
              </a:rPr>
              <a:t>*</a:t>
            </a:r>
            <a:r>
              <a:rPr lang="es" sz="1800">
                <a:solidFill>
                  <a:srgbClr val="000000"/>
                </a:solidFill>
              </a:rPr>
              <a:t> devuelven -1 cuando se produce un error</a:t>
            </a:r>
            <a:endParaRPr sz="1800">
              <a:solidFill>
                <a:srgbClr val="000000"/>
              </a:solidFill>
            </a:endParaRPr>
          </a:p>
          <a:p>
            <a:pPr indent="-342900" lvl="0" marL="457200" rtl="0" algn="l">
              <a:spcBef>
                <a:spcPts val="1000"/>
              </a:spcBef>
              <a:spcAft>
                <a:spcPts val="0"/>
              </a:spcAft>
              <a:buClr>
                <a:srgbClr val="000000"/>
              </a:buClr>
              <a:buSzPts val="1800"/>
              <a:buChar char="●"/>
            </a:pPr>
            <a:r>
              <a:rPr lang="es" sz="1800">
                <a:solidFill>
                  <a:srgbClr val="000000"/>
                </a:solidFill>
              </a:rPr>
              <a:t>Devolver una cadena que describe el número de error:</a:t>
            </a:r>
            <a:endParaRPr sz="1800">
              <a:solidFill>
                <a:srgbClr val="000000"/>
              </a:solidFill>
            </a:endParaRPr>
          </a:p>
          <a:p>
            <a:pPr indent="0" lvl="0" marL="457200" rtl="0" algn="l">
              <a:spcBef>
                <a:spcPts val="1000"/>
              </a:spcBef>
              <a:spcAft>
                <a:spcPts val="0"/>
              </a:spcAft>
              <a:buNone/>
            </a:pPr>
            <a:r>
              <a:rPr lang="es" sz="1800">
                <a:solidFill>
                  <a:srgbClr val="000000"/>
                </a:solidFill>
              </a:rPr>
              <a:t>	</a:t>
            </a:r>
            <a:r>
              <a:rPr b="1" lang="es" sz="1800">
                <a:solidFill>
                  <a:srgbClr val="E69138"/>
                </a:solidFill>
                <a:latin typeface="Courier New"/>
                <a:ea typeface="Courier New"/>
                <a:cs typeface="Courier New"/>
                <a:sym typeface="Courier New"/>
              </a:rPr>
              <a:t>char</a:t>
            </a:r>
            <a:r>
              <a:rPr lang="es" sz="1800">
                <a:solidFill>
                  <a:srgbClr val="000000"/>
                </a:solidFill>
                <a:latin typeface="Courier New"/>
                <a:ea typeface="Courier New"/>
                <a:cs typeface="Courier New"/>
                <a:sym typeface="Courier New"/>
              </a:rPr>
              <a:t> </a:t>
            </a:r>
            <a:r>
              <a:rPr b="1" lang="es" sz="1800">
                <a:solidFill>
                  <a:srgbClr val="000000"/>
                </a:solidFill>
                <a:latin typeface="Courier New"/>
                <a:ea typeface="Courier New"/>
                <a:cs typeface="Courier New"/>
                <a:sym typeface="Courier New"/>
              </a:rPr>
              <a:t>*</a:t>
            </a:r>
            <a:r>
              <a:rPr lang="es" sz="1800">
                <a:solidFill>
                  <a:srgbClr val="000000"/>
                </a:solidFill>
                <a:latin typeface="Courier New"/>
                <a:ea typeface="Courier New"/>
                <a:cs typeface="Courier New"/>
                <a:sym typeface="Courier New"/>
              </a:rPr>
              <a:t>strerror(</a:t>
            </a:r>
            <a:r>
              <a:rPr b="1" lang="es" sz="1800">
                <a:solidFill>
                  <a:srgbClr val="E69138"/>
                </a:solidFill>
                <a:latin typeface="Courier New"/>
                <a:ea typeface="Courier New"/>
                <a:cs typeface="Courier New"/>
                <a:sym typeface="Courier New"/>
              </a:rPr>
              <a:t>int</a:t>
            </a:r>
            <a:r>
              <a:rPr lang="es" sz="1800">
                <a:solidFill>
                  <a:srgbClr val="000000"/>
                </a:solidFill>
                <a:latin typeface="Courier New"/>
                <a:ea typeface="Courier New"/>
                <a:cs typeface="Courier New"/>
                <a:sym typeface="Courier New"/>
              </a:rPr>
              <a:t> errnum)</a:t>
            </a:r>
            <a:endParaRPr sz="1800">
              <a:solidFill>
                <a:srgbClr val="000000"/>
              </a:solidFill>
              <a:latin typeface="Courier New"/>
              <a:ea typeface="Courier New"/>
              <a:cs typeface="Courier New"/>
              <a:sym typeface="Courier New"/>
            </a:endParaRPr>
          </a:p>
        </p:txBody>
      </p:sp>
      <p:grpSp>
        <p:nvGrpSpPr>
          <p:cNvPr id="479" name="Google Shape;479;p38"/>
          <p:cNvGrpSpPr/>
          <p:nvPr/>
        </p:nvGrpSpPr>
        <p:grpSpPr>
          <a:xfrm>
            <a:off x="1627675" y="3009869"/>
            <a:ext cx="6541200" cy="304804"/>
            <a:chOff x="838200" y="2255757"/>
            <a:chExt cx="6541200" cy="304804"/>
          </a:xfrm>
        </p:grpSpPr>
        <p:sp>
          <p:nvSpPr>
            <p:cNvPr id="480" name="Google Shape;480;p38"/>
            <p:cNvSpPr txBox="1"/>
            <p:nvPr/>
          </p:nvSpPr>
          <p:spPr>
            <a:xfrm>
              <a:off x="3733800" y="2255757"/>
              <a:ext cx="304800" cy="304800"/>
            </a:xfrm>
            <a:prstGeom prst="rect">
              <a:avLst/>
            </a:prstGeom>
            <a:solidFill>
              <a:srgbClr val="EFEFEF"/>
            </a:solid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i="0" lang="es" sz="1800" u="none" cap="none" strike="noStrike">
                  <a:solidFill>
                    <a:srgbClr val="000000"/>
                  </a:solidFill>
                  <a:latin typeface="Consolas"/>
                  <a:ea typeface="Consolas"/>
                  <a:cs typeface="Consolas"/>
                  <a:sym typeface="Consolas"/>
                </a:rPr>
                <a:t>:</a:t>
              </a:r>
              <a:endParaRPr i="0" sz="1800" u="none" cap="none" strike="noStrike">
                <a:latin typeface="Consolas"/>
                <a:ea typeface="Consolas"/>
                <a:cs typeface="Consolas"/>
                <a:sym typeface="Consolas"/>
              </a:endParaRPr>
            </a:p>
          </p:txBody>
        </p:sp>
        <p:sp>
          <p:nvSpPr>
            <p:cNvPr id="481" name="Google Shape;481;p38"/>
            <p:cNvSpPr txBox="1"/>
            <p:nvPr/>
          </p:nvSpPr>
          <p:spPr>
            <a:xfrm>
              <a:off x="4038600" y="2255757"/>
              <a:ext cx="304800" cy="304800"/>
            </a:xfrm>
            <a:prstGeom prst="rect">
              <a:avLst/>
            </a:prstGeom>
            <a:solidFill>
              <a:srgbClr val="EFEFEF"/>
            </a:solid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b="0" i="0" lang="es" sz="2000" u="none" cap="none" strike="noStrike">
                  <a:solidFill>
                    <a:srgbClr val="000000"/>
                  </a:solidFill>
                  <a:latin typeface="Times New Roman"/>
                  <a:ea typeface="Times New Roman"/>
                  <a:cs typeface="Times New Roman"/>
                  <a:sym typeface="Times New Roman"/>
                </a:rPr>
                <a:t> </a:t>
              </a:r>
              <a:endParaRPr b="0" i="0" sz="1800" u="none" cap="none" strike="noStrike"/>
            </a:p>
          </p:txBody>
        </p:sp>
        <p:sp>
          <p:nvSpPr>
            <p:cNvPr id="482" name="Google Shape;482;p38"/>
            <p:cNvSpPr txBox="1"/>
            <p:nvPr/>
          </p:nvSpPr>
          <p:spPr>
            <a:xfrm>
              <a:off x="4343400" y="2255757"/>
              <a:ext cx="2590800" cy="304800"/>
            </a:xfrm>
            <a:prstGeom prst="rect">
              <a:avLst/>
            </a:prstGeom>
            <a:solidFill>
              <a:srgbClr val="D0E0E3"/>
            </a:solid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i="0" lang="es" sz="1600" u="none" cap="none" strike="noStrike">
                  <a:solidFill>
                    <a:srgbClr val="000000"/>
                  </a:solidFill>
                  <a:latin typeface="Inter"/>
                  <a:ea typeface="Inter"/>
                  <a:cs typeface="Inter"/>
                  <a:sym typeface="Inter"/>
                </a:rPr>
                <a:t>Mensaje de error</a:t>
              </a:r>
              <a:endParaRPr i="0" sz="1600" u="none" cap="none" strike="noStrike">
                <a:latin typeface="Inter"/>
                <a:ea typeface="Inter"/>
                <a:cs typeface="Inter"/>
                <a:sym typeface="Inter"/>
              </a:endParaRPr>
            </a:p>
          </p:txBody>
        </p:sp>
        <p:sp>
          <p:nvSpPr>
            <p:cNvPr id="483" name="Google Shape;483;p38"/>
            <p:cNvSpPr txBox="1"/>
            <p:nvPr/>
          </p:nvSpPr>
          <p:spPr>
            <a:xfrm>
              <a:off x="6934200" y="2255761"/>
              <a:ext cx="445200" cy="304800"/>
            </a:xfrm>
            <a:prstGeom prst="rect">
              <a:avLst/>
            </a:prstGeom>
            <a:solidFill>
              <a:srgbClr val="EFEFEF"/>
            </a:solid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i="0" lang="es" sz="1800" u="none" cap="none" strike="noStrike">
                  <a:solidFill>
                    <a:srgbClr val="000000"/>
                  </a:solidFill>
                  <a:latin typeface="Consolas"/>
                  <a:ea typeface="Consolas"/>
                  <a:cs typeface="Consolas"/>
                  <a:sym typeface="Consolas"/>
                </a:rPr>
                <a:t>\n</a:t>
              </a:r>
              <a:endParaRPr i="0" sz="1800" u="none" cap="none" strike="noStrike">
                <a:latin typeface="Consolas"/>
                <a:ea typeface="Consolas"/>
                <a:cs typeface="Consolas"/>
                <a:sym typeface="Consolas"/>
              </a:endParaRPr>
            </a:p>
          </p:txBody>
        </p:sp>
        <p:sp>
          <p:nvSpPr>
            <p:cNvPr id="484" name="Google Shape;484;p38"/>
            <p:cNvSpPr txBox="1"/>
            <p:nvPr/>
          </p:nvSpPr>
          <p:spPr>
            <a:xfrm>
              <a:off x="838200" y="2255757"/>
              <a:ext cx="2895600" cy="304800"/>
            </a:xfrm>
            <a:prstGeom prst="rect">
              <a:avLst/>
            </a:prstGeom>
            <a:solidFill>
              <a:srgbClr val="CFE2F3"/>
            </a:solidFill>
            <a:ln cap="rnd"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Times New Roman"/>
                <a:buNone/>
              </a:pPr>
              <a:r>
                <a:rPr i="0" lang="es" sz="1800" u="none" cap="none" strike="noStrike">
                  <a:solidFill>
                    <a:srgbClr val="000000"/>
                  </a:solidFill>
                  <a:latin typeface="Consolas"/>
                  <a:ea typeface="Consolas"/>
                  <a:cs typeface="Consolas"/>
                  <a:sym typeface="Consolas"/>
                </a:rPr>
                <a:t>s</a:t>
              </a:r>
              <a:endParaRPr i="0" sz="1800" u="none" cap="none" strike="noStrike">
                <a:latin typeface="Consolas"/>
                <a:ea typeface="Consolas"/>
                <a:cs typeface="Consolas"/>
                <a:sym typeface="Consolas"/>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9"/>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9"/>
          <p:cNvSpPr txBox="1"/>
          <p:nvPr/>
        </p:nvSpPr>
        <p:spPr>
          <a:xfrm>
            <a:off x="0" y="789911"/>
            <a:ext cx="9144000" cy="5359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sz="1800"/>
              <a:t>Obtener información sobre el sistema operativo:</a:t>
            </a:r>
            <a:endParaRPr sz="1800"/>
          </a:p>
          <a:p>
            <a:pPr indent="342900" lvl="0" marL="571500" rtl="0" algn="l">
              <a:spcBef>
                <a:spcPts val="1000"/>
              </a:spcBef>
              <a:spcAft>
                <a:spcPts val="0"/>
              </a:spcAft>
              <a:buNone/>
            </a:pPr>
            <a:r>
              <a:rPr b="1" lang="es" sz="1800">
                <a:solidFill>
                  <a:srgbClr val="E69138"/>
                </a:solidFill>
                <a:latin typeface="Courier New"/>
                <a:ea typeface="Courier New"/>
                <a:cs typeface="Courier New"/>
                <a:sym typeface="Courier New"/>
              </a:rPr>
              <a:t>int</a:t>
            </a:r>
            <a:r>
              <a:rPr b="1" lang="es" sz="1800">
                <a:latin typeface="Courier New"/>
                <a:ea typeface="Courier New"/>
                <a:cs typeface="Courier New"/>
                <a:sym typeface="Courier New"/>
              </a:rPr>
              <a:t> </a:t>
            </a:r>
            <a:r>
              <a:rPr lang="es" sz="1800">
                <a:latin typeface="Courier New"/>
                <a:ea typeface="Courier New"/>
                <a:cs typeface="Courier New"/>
                <a:sym typeface="Courier New"/>
              </a:rPr>
              <a:t>uname(</a:t>
            </a:r>
            <a:r>
              <a:rPr b="1" lang="es" sz="1800">
                <a:solidFill>
                  <a:srgbClr val="E69138"/>
                </a:solidFill>
                <a:latin typeface="Courier New"/>
                <a:ea typeface="Courier New"/>
                <a:cs typeface="Courier New"/>
                <a:sym typeface="Courier New"/>
              </a:rPr>
              <a:t>struct</a:t>
            </a:r>
            <a:r>
              <a:rPr b="1" lang="es" sz="1800">
                <a:latin typeface="Courier New"/>
                <a:ea typeface="Courier New"/>
                <a:cs typeface="Courier New"/>
                <a:sym typeface="Courier New"/>
              </a:rPr>
              <a:t> </a:t>
            </a:r>
            <a:r>
              <a:rPr lang="es" sz="1800">
                <a:latin typeface="Courier New"/>
                <a:ea typeface="Courier New"/>
                <a:cs typeface="Courier New"/>
                <a:sym typeface="Courier New"/>
              </a:rPr>
              <a:t>utsname </a:t>
            </a:r>
            <a:r>
              <a:rPr b="1" lang="es" sz="1800">
                <a:latin typeface="Courier New"/>
                <a:ea typeface="Courier New"/>
                <a:cs typeface="Courier New"/>
                <a:sym typeface="Courier New"/>
              </a:rPr>
              <a:t>*</a:t>
            </a:r>
            <a:r>
              <a:rPr lang="es" sz="1800">
                <a:latin typeface="Courier New"/>
                <a:ea typeface="Courier New"/>
                <a:cs typeface="Courier New"/>
                <a:sym typeface="Courier New"/>
              </a:rPr>
              <a:t>buf);</a:t>
            </a:r>
            <a:endParaRPr sz="1800">
              <a:latin typeface="Times New Roman"/>
              <a:ea typeface="Times New Roman"/>
              <a:cs typeface="Times New Roman"/>
              <a:sym typeface="Times New Roman"/>
            </a:endParaRPr>
          </a:p>
          <a:p>
            <a:pPr indent="457200" lvl="0" marL="457200" rtl="0" algn="l">
              <a:spcBef>
                <a:spcPts val="1000"/>
              </a:spcBef>
              <a:spcAft>
                <a:spcPts val="0"/>
              </a:spcAft>
              <a:buNone/>
            </a:pPr>
            <a:r>
              <a:rPr b="1" lang="es" sz="1800">
                <a:solidFill>
                  <a:srgbClr val="E69138"/>
                </a:solidFill>
                <a:latin typeface="Courier New"/>
                <a:ea typeface="Courier New"/>
                <a:cs typeface="Courier New"/>
                <a:sym typeface="Courier New"/>
              </a:rPr>
              <a:t>struct</a:t>
            </a:r>
            <a:r>
              <a:rPr b="1" lang="es" sz="1800">
                <a:latin typeface="Courier New"/>
                <a:ea typeface="Courier New"/>
                <a:cs typeface="Courier New"/>
                <a:sym typeface="Courier New"/>
              </a:rPr>
              <a:t> </a:t>
            </a:r>
            <a:r>
              <a:rPr lang="es" sz="1800">
                <a:latin typeface="Courier New"/>
                <a:ea typeface="Courier New"/>
                <a:cs typeface="Courier New"/>
                <a:sym typeface="Courier New"/>
              </a:rPr>
              <a:t>utsname {</a:t>
            </a:r>
            <a:endParaRPr sz="1800">
              <a:latin typeface="Times New Roman"/>
              <a:ea typeface="Times New Roman"/>
              <a:cs typeface="Times New Roman"/>
              <a:sym typeface="Times New Roman"/>
            </a:endParaRPr>
          </a:p>
          <a:p>
            <a:pPr indent="457200" lvl="0" marL="914400" rtl="0" algn="l">
              <a:spcBef>
                <a:spcPts val="0"/>
              </a:spcBef>
              <a:spcAft>
                <a:spcPts val="0"/>
              </a:spcAft>
              <a:buNone/>
            </a:pPr>
            <a:r>
              <a:rPr b="1" lang="es" sz="1800">
                <a:solidFill>
                  <a:srgbClr val="F6B26B"/>
                </a:solidFill>
                <a:latin typeface="Courier New"/>
                <a:ea typeface="Courier New"/>
                <a:cs typeface="Courier New"/>
                <a:sym typeface="Courier New"/>
              </a:rPr>
              <a:t>char</a:t>
            </a:r>
            <a:r>
              <a:rPr b="1" lang="es" sz="1800">
                <a:latin typeface="Courier New"/>
                <a:ea typeface="Courier New"/>
                <a:cs typeface="Courier New"/>
                <a:sym typeface="Courier New"/>
              </a:rPr>
              <a:t> </a:t>
            </a:r>
            <a:r>
              <a:rPr lang="es" sz="1800">
                <a:latin typeface="Courier New"/>
                <a:ea typeface="Courier New"/>
                <a:cs typeface="Courier New"/>
                <a:sym typeface="Courier New"/>
              </a:rPr>
              <a:t>sysname[];   </a:t>
            </a:r>
            <a:r>
              <a:rPr i="1" lang="es" sz="1800">
                <a:latin typeface="Courier New"/>
                <a:ea typeface="Courier New"/>
                <a:cs typeface="Courier New"/>
                <a:sym typeface="Courier New"/>
              </a:rPr>
              <a:t>/* Nombre del SO (ej. "Linux") */</a:t>
            </a:r>
            <a:endParaRPr i="1" sz="1800">
              <a:latin typeface="Times New Roman"/>
              <a:ea typeface="Times New Roman"/>
              <a:cs typeface="Times New Roman"/>
              <a:sym typeface="Times New Roman"/>
            </a:endParaRPr>
          </a:p>
          <a:p>
            <a:pPr indent="457200" lvl="0" marL="914400" rtl="0" algn="l">
              <a:spcBef>
                <a:spcPts val="0"/>
              </a:spcBef>
              <a:spcAft>
                <a:spcPts val="0"/>
              </a:spcAft>
              <a:buNone/>
            </a:pPr>
            <a:r>
              <a:rPr b="1" lang="es" sz="1800">
                <a:solidFill>
                  <a:srgbClr val="F6B26B"/>
                </a:solidFill>
                <a:latin typeface="Courier New"/>
                <a:ea typeface="Courier New"/>
                <a:cs typeface="Courier New"/>
                <a:sym typeface="Courier New"/>
              </a:rPr>
              <a:t>char</a:t>
            </a:r>
            <a:r>
              <a:rPr b="1" lang="es" sz="1800">
                <a:latin typeface="Courier New"/>
                <a:ea typeface="Courier New"/>
                <a:cs typeface="Courier New"/>
                <a:sym typeface="Courier New"/>
              </a:rPr>
              <a:t> </a:t>
            </a:r>
            <a:r>
              <a:rPr lang="es" sz="1800">
                <a:latin typeface="Courier New"/>
                <a:ea typeface="Courier New"/>
                <a:cs typeface="Courier New"/>
                <a:sym typeface="Courier New"/>
              </a:rPr>
              <a:t>nodename[];  </a:t>
            </a:r>
            <a:r>
              <a:rPr i="1" lang="es" sz="1800">
                <a:latin typeface="Courier New"/>
                <a:ea typeface="Courier New"/>
                <a:cs typeface="Courier New"/>
                <a:sym typeface="Courier New"/>
              </a:rPr>
              <a:t>/* Nombre del host */</a:t>
            </a:r>
            <a:endParaRPr i="1" sz="1800">
              <a:latin typeface="Times New Roman"/>
              <a:ea typeface="Times New Roman"/>
              <a:cs typeface="Times New Roman"/>
              <a:sym typeface="Times New Roman"/>
            </a:endParaRPr>
          </a:p>
          <a:p>
            <a:pPr indent="457200" lvl="0" marL="914400" rtl="0" algn="l">
              <a:spcBef>
                <a:spcPts val="0"/>
              </a:spcBef>
              <a:spcAft>
                <a:spcPts val="0"/>
              </a:spcAft>
              <a:buNone/>
            </a:pPr>
            <a:r>
              <a:rPr b="1" lang="es" sz="1800">
                <a:solidFill>
                  <a:srgbClr val="F6B26B"/>
                </a:solidFill>
                <a:latin typeface="Courier New"/>
                <a:ea typeface="Courier New"/>
                <a:cs typeface="Courier New"/>
                <a:sym typeface="Courier New"/>
              </a:rPr>
              <a:t>char</a:t>
            </a:r>
            <a:r>
              <a:rPr b="1" lang="es" sz="1800">
                <a:latin typeface="Courier New"/>
                <a:ea typeface="Courier New"/>
                <a:cs typeface="Courier New"/>
                <a:sym typeface="Courier New"/>
              </a:rPr>
              <a:t> </a:t>
            </a:r>
            <a:r>
              <a:rPr lang="es" sz="1800">
                <a:latin typeface="Courier New"/>
                <a:ea typeface="Courier New"/>
                <a:cs typeface="Courier New"/>
                <a:sym typeface="Courier New"/>
              </a:rPr>
              <a:t>release[];   </a:t>
            </a:r>
            <a:r>
              <a:rPr i="1" lang="es" sz="1800">
                <a:latin typeface="Courier New"/>
                <a:ea typeface="Courier New"/>
                <a:cs typeface="Courier New"/>
                <a:sym typeface="Courier New"/>
              </a:rPr>
              <a:t>/* Nºversión del SO (ej. "3.10.0") */</a:t>
            </a:r>
            <a:endParaRPr i="1" sz="1800">
              <a:latin typeface="Times New Roman"/>
              <a:ea typeface="Times New Roman"/>
              <a:cs typeface="Times New Roman"/>
              <a:sym typeface="Times New Roman"/>
            </a:endParaRPr>
          </a:p>
          <a:p>
            <a:pPr indent="457200" lvl="0" marL="914400" rtl="0" algn="l">
              <a:spcBef>
                <a:spcPts val="0"/>
              </a:spcBef>
              <a:spcAft>
                <a:spcPts val="0"/>
              </a:spcAft>
              <a:buNone/>
            </a:pPr>
            <a:r>
              <a:rPr b="1" lang="es" sz="1800">
                <a:solidFill>
                  <a:srgbClr val="F6B26B"/>
                </a:solidFill>
                <a:latin typeface="Courier New"/>
                <a:ea typeface="Courier New"/>
                <a:cs typeface="Courier New"/>
                <a:sym typeface="Courier New"/>
              </a:rPr>
              <a:t>char</a:t>
            </a:r>
            <a:r>
              <a:rPr b="1" lang="es" sz="1800">
                <a:latin typeface="Courier New"/>
                <a:ea typeface="Courier New"/>
                <a:cs typeface="Courier New"/>
                <a:sym typeface="Courier New"/>
              </a:rPr>
              <a:t> </a:t>
            </a:r>
            <a:r>
              <a:rPr lang="es" sz="1800">
                <a:latin typeface="Courier New"/>
                <a:ea typeface="Courier New"/>
                <a:cs typeface="Courier New"/>
                <a:sym typeface="Courier New"/>
              </a:rPr>
              <a:t>version[];   </a:t>
            </a:r>
            <a:r>
              <a:rPr i="1" lang="es" sz="1800">
                <a:latin typeface="Courier New"/>
                <a:ea typeface="Courier New"/>
                <a:cs typeface="Courier New"/>
                <a:sym typeface="Courier New"/>
              </a:rPr>
              <a:t>/* Fecha versión del SO */</a:t>
            </a:r>
            <a:endParaRPr i="1" sz="1800">
              <a:latin typeface="Times New Roman"/>
              <a:ea typeface="Times New Roman"/>
              <a:cs typeface="Times New Roman"/>
              <a:sym typeface="Times New Roman"/>
            </a:endParaRPr>
          </a:p>
          <a:p>
            <a:pPr indent="457200" lvl="0" marL="914400" rtl="0" algn="l">
              <a:spcBef>
                <a:spcPts val="0"/>
              </a:spcBef>
              <a:spcAft>
                <a:spcPts val="0"/>
              </a:spcAft>
              <a:buNone/>
            </a:pPr>
            <a:r>
              <a:rPr b="1" lang="es" sz="1800">
                <a:solidFill>
                  <a:srgbClr val="F6B26B"/>
                </a:solidFill>
                <a:latin typeface="Courier New"/>
                <a:ea typeface="Courier New"/>
                <a:cs typeface="Courier New"/>
                <a:sym typeface="Courier New"/>
              </a:rPr>
              <a:t>char</a:t>
            </a:r>
            <a:r>
              <a:rPr b="1" lang="es" sz="1800">
                <a:latin typeface="Courier New"/>
                <a:ea typeface="Courier New"/>
                <a:cs typeface="Courier New"/>
                <a:sym typeface="Courier New"/>
              </a:rPr>
              <a:t> </a:t>
            </a:r>
            <a:r>
              <a:rPr lang="es" sz="1800">
                <a:latin typeface="Courier New"/>
                <a:ea typeface="Courier New"/>
                <a:cs typeface="Courier New"/>
                <a:sym typeface="Courier New"/>
              </a:rPr>
              <a:t>machine[];   </a:t>
            </a:r>
            <a:r>
              <a:rPr i="1" lang="es" sz="1800">
                <a:latin typeface="Courier New"/>
                <a:ea typeface="Courier New"/>
                <a:cs typeface="Courier New"/>
                <a:sym typeface="Courier New"/>
              </a:rPr>
              <a:t>/* Hardware (ej. "x86_64") */</a:t>
            </a:r>
            <a:endParaRPr i="1" sz="1800">
              <a:latin typeface="Courier New"/>
              <a:ea typeface="Courier New"/>
              <a:cs typeface="Courier New"/>
              <a:sym typeface="Courier New"/>
            </a:endParaRPr>
          </a:p>
          <a:p>
            <a:pPr indent="0" lvl="0" marL="914400" rtl="0" algn="l">
              <a:spcBef>
                <a:spcPts val="0"/>
              </a:spcBef>
              <a:spcAft>
                <a:spcPts val="0"/>
              </a:spcAft>
              <a:buNone/>
            </a:pPr>
            <a:r>
              <a:rPr b="1" lang="es" sz="1800">
                <a:latin typeface="Courier New"/>
                <a:ea typeface="Courier New"/>
                <a:cs typeface="Courier New"/>
                <a:sym typeface="Courier New"/>
              </a:rPr>
              <a:t>#ifdef</a:t>
            </a:r>
            <a:r>
              <a:rPr lang="es" sz="1800">
                <a:latin typeface="Courier New"/>
                <a:ea typeface="Courier New"/>
                <a:cs typeface="Courier New"/>
                <a:sym typeface="Courier New"/>
              </a:rPr>
              <a:t> _GNU_SOURCE</a:t>
            </a:r>
            <a:endParaRPr sz="1800">
              <a:latin typeface="Courier New"/>
              <a:ea typeface="Courier New"/>
              <a:cs typeface="Courier New"/>
              <a:sym typeface="Courier New"/>
            </a:endParaRPr>
          </a:p>
          <a:p>
            <a:pPr indent="457200" lvl="0" marL="914400" rtl="0" algn="l">
              <a:spcBef>
                <a:spcPts val="0"/>
              </a:spcBef>
              <a:spcAft>
                <a:spcPts val="0"/>
              </a:spcAft>
              <a:buNone/>
            </a:pPr>
            <a:r>
              <a:rPr b="1" lang="es" sz="1800">
                <a:solidFill>
                  <a:srgbClr val="F6B26B"/>
                </a:solidFill>
                <a:latin typeface="Courier New"/>
                <a:ea typeface="Courier New"/>
                <a:cs typeface="Courier New"/>
                <a:sym typeface="Courier New"/>
              </a:rPr>
              <a:t>char</a:t>
            </a:r>
            <a:r>
              <a:rPr lang="es" sz="1800">
                <a:latin typeface="Courier New"/>
                <a:ea typeface="Courier New"/>
                <a:cs typeface="Courier New"/>
                <a:sym typeface="Courier New"/>
              </a:rPr>
              <a:t> domainname[];</a:t>
            </a:r>
            <a:r>
              <a:rPr i="1" lang="es" sz="1800">
                <a:latin typeface="Courier New"/>
                <a:ea typeface="Courier New"/>
                <a:cs typeface="Courier New"/>
                <a:sym typeface="Courier New"/>
              </a:rPr>
              <a:t>/* Nombre de dominio (con -D)*/</a:t>
            </a:r>
            <a:endParaRPr i="1" sz="1800">
              <a:latin typeface="Courier New"/>
              <a:ea typeface="Courier New"/>
              <a:cs typeface="Courier New"/>
              <a:sym typeface="Courier New"/>
            </a:endParaRPr>
          </a:p>
          <a:p>
            <a:pPr indent="0" lvl="0" marL="914400" rtl="0" algn="l">
              <a:spcBef>
                <a:spcPts val="0"/>
              </a:spcBef>
              <a:spcAft>
                <a:spcPts val="0"/>
              </a:spcAft>
              <a:buNone/>
            </a:pPr>
            <a:r>
              <a:rPr b="1" lang="es" sz="1800">
                <a:latin typeface="Courier New"/>
                <a:ea typeface="Courier New"/>
                <a:cs typeface="Courier New"/>
                <a:sym typeface="Courier New"/>
              </a:rPr>
              <a:t>#endif</a:t>
            </a:r>
            <a:endParaRPr b="1" sz="1800">
              <a:latin typeface="Courier New"/>
              <a:ea typeface="Courier New"/>
              <a:cs typeface="Courier New"/>
              <a:sym typeface="Courier New"/>
            </a:endParaRPr>
          </a:p>
          <a:p>
            <a:pPr indent="457200" lvl="0" marL="457200" rtl="0" algn="l">
              <a:spcBef>
                <a:spcPts val="0"/>
              </a:spcBef>
              <a:spcAft>
                <a:spcPts val="0"/>
              </a:spcAft>
              <a:buNone/>
            </a:pPr>
            <a:r>
              <a:rPr lang="es" sz="1800">
                <a:latin typeface="Courier New"/>
                <a:ea typeface="Courier New"/>
                <a:cs typeface="Courier New"/>
                <a:sym typeface="Courier New"/>
              </a:rPr>
              <a:t>}</a:t>
            </a:r>
            <a:endParaRPr sz="1800">
              <a:latin typeface="Courier New"/>
              <a:ea typeface="Courier New"/>
              <a:cs typeface="Courier New"/>
              <a:sym typeface="Courier New"/>
            </a:endParaRPr>
          </a:p>
          <a:p>
            <a:pPr indent="-342900" lvl="1" marL="914400" rtl="0" algn="l">
              <a:spcBef>
                <a:spcPts val="1000"/>
              </a:spcBef>
              <a:spcAft>
                <a:spcPts val="0"/>
              </a:spcAft>
              <a:buSzPts val="1800"/>
              <a:buChar char="○"/>
            </a:pPr>
            <a:r>
              <a:rPr lang="es" sz="1800">
                <a:latin typeface="Inter"/>
                <a:ea typeface="Inter"/>
                <a:cs typeface="Inter"/>
                <a:sym typeface="Inter"/>
              </a:rPr>
              <a:t>Almacena la información en la estructura apuntada por </a:t>
            </a:r>
            <a:r>
              <a:rPr lang="es" sz="1800">
                <a:latin typeface="Consolas"/>
                <a:ea typeface="Consolas"/>
                <a:cs typeface="Consolas"/>
                <a:sym typeface="Consolas"/>
              </a:rPr>
              <a:t>buf</a:t>
            </a:r>
            <a:endParaRPr sz="1800">
              <a:latin typeface="Consolas"/>
              <a:ea typeface="Consolas"/>
              <a:cs typeface="Consolas"/>
              <a:sym typeface="Consolas"/>
            </a:endParaRPr>
          </a:p>
          <a:p>
            <a:pPr indent="-342900" lvl="1" marL="914400" rtl="0" algn="l">
              <a:spcBef>
                <a:spcPts val="0"/>
              </a:spcBef>
              <a:spcAft>
                <a:spcPts val="0"/>
              </a:spcAft>
              <a:buSzPts val="1800"/>
              <a:buChar char="○"/>
            </a:pPr>
            <a:r>
              <a:rPr lang="es" sz="1800">
                <a:latin typeface="Inter"/>
                <a:ea typeface="Inter"/>
                <a:cs typeface="Inter"/>
                <a:sym typeface="Inter"/>
              </a:rPr>
              <a:t>Devuelve 0 en caso de éxito y -1 si error (</a:t>
            </a:r>
            <a:r>
              <a:rPr b="1" lang="es" sz="1800">
                <a:solidFill>
                  <a:srgbClr val="FF0000"/>
                </a:solidFill>
                <a:latin typeface="Courier New"/>
                <a:ea typeface="Courier New"/>
                <a:cs typeface="Courier New"/>
                <a:sym typeface="Courier New"/>
              </a:rPr>
              <a:t>EFAULT: </a:t>
            </a:r>
            <a:r>
              <a:rPr lang="es" sz="1800">
                <a:latin typeface="Courier New"/>
                <a:ea typeface="Courier New"/>
                <a:cs typeface="Courier New"/>
                <a:sym typeface="Courier New"/>
              </a:rPr>
              <a:t>buf</a:t>
            </a:r>
            <a:r>
              <a:rPr lang="es" sz="1800">
                <a:latin typeface="Inter"/>
                <a:ea typeface="Inter"/>
                <a:cs typeface="Inter"/>
                <a:sym typeface="Inter"/>
              </a:rPr>
              <a:t> no es válido)</a:t>
            </a:r>
            <a:endParaRPr sz="1800">
              <a:latin typeface="Inter"/>
              <a:ea typeface="Inter"/>
              <a:cs typeface="Inter"/>
              <a:sym typeface="Inter"/>
            </a:endParaRPr>
          </a:p>
          <a:p>
            <a:pPr indent="-342900" lvl="0" marL="457200" rtl="0" algn="l">
              <a:spcBef>
                <a:spcPts val="1000"/>
              </a:spcBef>
              <a:spcAft>
                <a:spcPts val="300"/>
              </a:spcAft>
              <a:buSzPts val="1800"/>
              <a:buChar char="●"/>
            </a:pPr>
            <a:r>
              <a:rPr lang="es" sz="1800">
                <a:latin typeface="Courier New"/>
                <a:ea typeface="Courier New"/>
                <a:cs typeface="Courier New"/>
                <a:sym typeface="Courier New"/>
              </a:rPr>
              <a:t>uname(1)</a:t>
            </a:r>
            <a:r>
              <a:rPr lang="es" sz="1800">
                <a:latin typeface="Inter"/>
                <a:ea typeface="Inter"/>
                <a:cs typeface="Inter"/>
                <a:sym typeface="Inter"/>
              </a:rPr>
              <a:t> proporciona acceso a esta funcionalidad y parte de la información puede obtenerse por medio de </a:t>
            </a:r>
            <a:r>
              <a:rPr lang="es" sz="1800">
                <a:latin typeface="Courier New"/>
                <a:ea typeface="Courier New"/>
                <a:cs typeface="Courier New"/>
                <a:sym typeface="Courier New"/>
              </a:rPr>
              <a:t>sysctl(1)</a:t>
            </a:r>
            <a:r>
              <a:rPr lang="es" sz="1800">
                <a:latin typeface="Inter"/>
                <a:ea typeface="Inter"/>
                <a:cs typeface="Inter"/>
                <a:sym typeface="Inter"/>
              </a:rPr>
              <a:t> y en los ficheros </a:t>
            </a:r>
            <a:r>
              <a:rPr lang="es" sz="1750">
                <a:latin typeface="Courier New"/>
                <a:ea typeface="Courier New"/>
                <a:cs typeface="Courier New"/>
                <a:sym typeface="Courier New"/>
              </a:rPr>
              <a:t>/proc/sys/kernel/{ostype,hostname,osrelease,version,domainname}</a:t>
            </a:r>
            <a:endParaRPr sz="1800">
              <a:solidFill>
                <a:schemeClr val="dk1"/>
              </a:solidFill>
            </a:endParaRPr>
          </a:p>
        </p:txBody>
      </p:sp>
      <p:sp>
        <p:nvSpPr>
          <p:cNvPr id="491" name="Google Shape;491;p39"/>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Llamada Sistema. Ejemplo (I)</a:t>
            </a:r>
            <a:endParaRPr b="0" i="1" sz="3200" u="none" cap="none" strike="noStrike">
              <a:solidFill>
                <a:srgbClr val="000000"/>
              </a:solidFill>
              <a:latin typeface="Inter Medium"/>
              <a:ea typeface="Inter Medium"/>
              <a:cs typeface="Inter Medium"/>
              <a:sym typeface="Inter Medium"/>
            </a:endParaRPr>
          </a:p>
        </p:txBody>
      </p:sp>
      <p:sp>
        <p:nvSpPr>
          <p:cNvPr id="492" name="Google Shape;492;p39"/>
          <p:cNvSpPr txBox="1"/>
          <p:nvPr/>
        </p:nvSpPr>
        <p:spPr>
          <a:xfrm>
            <a:off x="6729875" y="838200"/>
            <a:ext cx="2337900" cy="412800"/>
          </a:xfrm>
          <a:prstGeom prst="rect">
            <a:avLst/>
          </a:prstGeom>
          <a:solidFill>
            <a:srgbClr val="F3F3F3"/>
          </a:solidFill>
          <a:ln cap="rnd" cmpd="sng" w="38100">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Courier New"/>
              <a:buNone/>
            </a:pPr>
            <a:r>
              <a:rPr lang="es" sz="1800">
                <a:solidFill>
                  <a:schemeClr val="dk1"/>
                </a:solidFill>
                <a:latin typeface="Courier New"/>
                <a:ea typeface="Courier New"/>
                <a:cs typeface="Courier New"/>
                <a:sym typeface="Courier New"/>
              </a:rPr>
              <a:t>&lt;sys/utsname.h&gt;</a:t>
            </a:r>
            <a:endParaRPr sz="1800">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0"/>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0"/>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Llamada Sistema. Ejemplo (II)</a:t>
            </a:r>
            <a:endParaRPr b="0" i="1" sz="3200" u="none" cap="none" strike="noStrike">
              <a:solidFill>
                <a:srgbClr val="000000"/>
              </a:solidFill>
              <a:latin typeface="Inter Medium"/>
              <a:ea typeface="Inter Medium"/>
              <a:cs typeface="Inter Medium"/>
              <a:sym typeface="Inter Medium"/>
            </a:endParaRPr>
          </a:p>
        </p:txBody>
      </p:sp>
      <p:sp>
        <p:nvSpPr>
          <p:cNvPr id="499" name="Google Shape;499;p40"/>
          <p:cNvSpPr txBox="1"/>
          <p:nvPr/>
        </p:nvSpPr>
        <p:spPr>
          <a:xfrm>
            <a:off x="0" y="910500"/>
            <a:ext cx="9144000" cy="1797900"/>
          </a:xfrm>
          <a:prstGeom prst="rect">
            <a:avLst/>
          </a:prstGeom>
          <a:noFill/>
          <a:ln>
            <a:noFill/>
          </a:ln>
        </p:spPr>
        <p:txBody>
          <a:bodyPr anchorCtr="0" anchor="t" bIns="91425" lIns="91425" spcFirstLastPara="1" rIns="91425" wrap="square" tIns="91425">
            <a:noAutofit/>
          </a:bodyPr>
          <a:lstStyle/>
          <a:p>
            <a:pPr indent="-342900" lvl="0" marL="457200" rtl="0" algn="l">
              <a:spcBef>
                <a:spcPts val="1000"/>
              </a:spcBef>
              <a:spcAft>
                <a:spcPts val="0"/>
              </a:spcAft>
              <a:buClr>
                <a:schemeClr val="dk1"/>
              </a:buClr>
              <a:buSzPts val="1800"/>
              <a:buChar char="●"/>
            </a:pPr>
            <a:r>
              <a:rPr lang="es" sz="1800">
                <a:solidFill>
                  <a:schemeClr val="dk1"/>
                </a:solidFill>
              </a:rPr>
              <a:t>Obtener los identificadores de usuario:</a:t>
            </a:r>
            <a:endParaRPr sz="1800">
              <a:solidFill>
                <a:schemeClr val="dk1"/>
              </a:solidFill>
            </a:endParaRPr>
          </a:p>
          <a:p>
            <a:pPr indent="0" lvl="0" marL="914400" rtl="0" algn="l">
              <a:spcBef>
                <a:spcPts val="1000"/>
              </a:spcBef>
              <a:spcAft>
                <a:spcPts val="0"/>
              </a:spcAft>
              <a:buNone/>
            </a:pPr>
            <a:r>
              <a:rPr lang="es" sz="1800">
                <a:solidFill>
                  <a:srgbClr val="E69138"/>
                </a:solidFill>
                <a:latin typeface="Consolas"/>
                <a:ea typeface="Consolas"/>
                <a:cs typeface="Consolas"/>
                <a:sym typeface="Consolas"/>
              </a:rPr>
              <a:t>uid_t</a:t>
            </a:r>
            <a:r>
              <a:rPr b="1" lang="es" sz="1800">
                <a:solidFill>
                  <a:schemeClr val="dk1"/>
                </a:solidFill>
                <a:latin typeface="Courier New"/>
                <a:ea typeface="Courier New"/>
                <a:cs typeface="Courier New"/>
                <a:sym typeface="Courier New"/>
              </a:rPr>
              <a:t> </a:t>
            </a:r>
            <a:r>
              <a:rPr lang="es" sz="1800">
                <a:solidFill>
                  <a:schemeClr val="dk1"/>
                </a:solidFill>
                <a:latin typeface="Consolas"/>
                <a:ea typeface="Consolas"/>
                <a:cs typeface="Consolas"/>
                <a:sym typeface="Consolas"/>
              </a:rPr>
              <a:t>getuid(</a:t>
            </a:r>
            <a:r>
              <a:rPr b="1" lang="es" sz="1800">
                <a:solidFill>
                  <a:srgbClr val="E69138"/>
                </a:solidFill>
                <a:latin typeface="Consolas"/>
                <a:ea typeface="Consolas"/>
                <a:cs typeface="Consolas"/>
                <a:sym typeface="Consolas"/>
              </a:rPr>
              <a:t>void</a:t>
            </a:r>
            <a:r>
              <a:rPr lang="es"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342900" lvl="0" marL="457200" rtl="0" algn="l">
              <a:spcBef>
                <a:spcPts val="1000"/>
              </a:spcBef>
              <a:spcAft>
                <a:spcPts val="0"/>
              </a:spcAft>
              <a:buClr>
                <a:schemeClr val="dk1"/>
              </a:buClr>
              <a:buSzPts val="1800"/>
              <a:buChar char="●"/>
            </a:pPr>
            <a:r>
              <a:rPr lang="es" sz="1800">
                <a:solidFill>
                  <a:schemeClr val="dk1"/>
                </a:solidFill>
              </a:rPr>
              <a:t>Los procesos disponen de un identificador de usuario (</a:t>
            </a:r>
            <a:r>
              <a:rPr b="1" lang="es" sz="1800">
                <a:solidFill>
                  <a:srgbClr val="E69138"/>
                </a:solidFill>
                <a:latin typeface="Consolas"/>
                <a:ea typeface="Consolas"/>
                <a:cs typeface="Consolas"/>
                <a:sym typeface="Consolas"/>
              </a:rPr>
              <a:t>UID</a:t>
            </a:r>
            <a:r>
              <a:rPr lang="es" sz="1800">
                <a:solidFill>
                  <a:schemeClr val="dk1"/>
                </a:solidFill>
              </a:rPr>
              <a:t>) que corresponden a los identificadores del propietario del proceso.</a:t>
            </a:r>
            <a:endParaRPr sz="1800">
              <a:solidFill>
                <a:schemeClr val="dk1"/>
              </a:solidFill>
              <a:latin typeface="Inter"/>
              <a:ea typeface="Inter"/>
              <a:cs typeface="Inter"/>
              <a:sym typeface="Inter"/>
            </a:endParaRPr>
          </a:p>
        </p:txBody>
      </p:sp>
      <p:sp>
        <p:nvSpPr>
          <p:cNvPr id="500" name="Google Shape;500;p40"/>
          <p:cNvSpPr txBox="1"/>
          <p:nvPr/>
        </p:nvSpPr>
        <p:spPr>
          <a:xfrm>
            <a:off x="6988450" y="838200"/>
            <a:ext cx="2079300" cy="646500"/>
          </a:xfrm>
          <a:prstGeom prst="rect">
            <a:avLst/>
          </a:prstGeom>
          <a:solidFill>
            <a:srgbClr val="F3F3F3"/>
          </a:solidFill>
          <a:ln cap="rnd" cmpd="sng" w="38100">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Courier New"/>
              <a:buNone/>
            </a:pPr>
            <a:r>
              <a:rPr lang="es" sz="1800">
                <a:solidFill>
                  <a:schemeClr val="dk1"/>
                </a:solidFill>
                <a:latin typeface="Courier New"/>
                <a:ea typeface="Courier New"/>
                <a:cs typeface="Courier New"/>
                <a:sym typeface="Courier New"/>
              </a:rPr>
              <a:t>&lt;unistd.h&gt;</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Font typeface="Courier New"/>
              <a:buNone/>
            </a:pPr>
            <a:r>
              <a:rPr lang="es" sz="1800">
                <a:solidFill>
                  <a:schemeClr val="dk1"/>
                </a:solidFill>
                <a:latin typeface="Courier New"/>
                <a:ea typeface="Courier New"/>
                <a:cs typeface="Courier New"/>
                <a:sym typeface="Courier New"/>
              </a:rPr>
              <a:t>&lt;sys/types.h&gt;</a:t>
            </a:r>
            <a:endParaRPr sz="1800">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41"/>
          <p:cNvSpPr/>
          <p:nvPr/>
        </p:nvSpPr>
        <p:spPr>
          <a:xfrm>
            <a:off x="8400" y="707400"/>
            <a:ext cx="9127200" cy="50700"/>
          </a:xfrm>
          <a:prstGeom prst="rect">
            <a:avLst/>
          </a:prstGeom>
          <a:solidFill>
            <a:srgbClr val="4279B1"/>
          </a:solidFill>
          <a:ln cap="flat" cmpd="sng" w="19050">
            <a:solidFill>
              <a:srgbClr val="4279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1"/>
          <p:cNvSpPr txBox="1"/>
          <p:nvPr>
            <p:ph type="ctrTitle"/>
          </p:nvPr>
        </p:nvSpPr>
        <p:spPr>
          <a:xfrm>
            <a:off x="0" y="0"/>
            <a:ext cx="9117600" cy="6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lang="es" sz="3200">
                <a:solidFill>
                  <a:srgbClr val="000000"/>
                </a:solidFill>
                <a:latin typeface="Inter Medium"/>
                <a:ea typeface="Inter Medium"/>
                <a:cs typeface="Inter Medium"/>
                <a:sym typeface="Inter Medium"/>
              </a:rPr>
              <a:t>Llamada de Librería. Ejemplo (III)</a:t>
            </a:r>
            <a:endParaRPr b="0" i="1" sz="3200" u="none" cap="none" strike="noStrike">
              <a:solidFill>
                <a:srgbClr val="000000"/>
              </a:solidFill>
              <a:latin typeface="Inter Medium"/>
              <a:ea typeface="Inter Medium"/>
              <a:cs typeface="Inter Medium"/>
              <a:sym typeface="Inter Medium"/>
            </a:endParaRPr>
          </a:p>
        </p:txBody>
      </p:sp>
      <p:sp>
        <p:nvSpPr>
          <p:cNvPr id="507" name="Google Shape;507;p41"/>
          <p:cNvSpPr txBox="1"/>
          <p:nvPr/>
        </p:nvSpPr>
        <p:spPr>
          <a:xfrm>
            <a:off x="0" y="874350"/>
            <a:ext cx="9144000" cy="5808900"/>
          </a:xfrm>
          <a:prstGeom prst="rect">
            <a:avLst/>
          </a:prstGeom>
          <a:noFill/>
          <a:ln>
            <a:noFill/>
          </a:ln>
        </p:spPr>
        <p:txBody>
          <a:bodyPr anchorCtr="0" anchor="t" bIns="91425" lIns="91425" spcFirstLastPara="1" rIns="91425" wrap="square" tIns="91425">
            <a:noAutofit/>
          </a:bodyPr>
          <a:lstStyle/>
          <a:p>
            <a:pPr indent="-342900" lvl="0" marL="457200" rtl="0" algn="l">
              <a:spcBef>
                <a:spcPts val="1000"/>
              </a:spcBef>
              <a:spcAft>
                <a:spcPts val="0"/>
              </a:spcAft>
              <a:buClr>
                <a:schemeClr val="dk1"/>
              </a:buClr>
              <a:buSzPts val="1800"/>
              <a:buChar char="●"/>
            </a:pPr>
            <a:r>
              <a:rPr lang="es" sz="1800">
                <a:solidFill>
                  <a:schemeClr val="dk1"/>
                </a:solidFill>
                <a:latin typeface="Inter"/>
                <a:ea typeface="Inter"/>
                <a:cs typeface="Inter"/>
                <a:sym typeface="Inter"/>
              </a:rPr>
              <a:t>Obtener </a:t>
            </a:r>
            <a:r>
              <a:rPr b="1" lang="es" sz="1800">
                <a:solidFill>
                  <a:srgbClr val="E69138"/>
                </a:solidFill>
                <a:latin typeface="Inter"/>
                <a:ea typeface="Inter"/>
                <a:cs typeface="Inter"/>
                <a:sym typeface="Inter"/>
              </a:rPr>
              <a:t>información de un usuario</a:t>
            </a:r>
            <a:r>
              <a:rPr lang="es" sz="1800">
                <a:solidFill>
                  <a:schemeClr val="dk1"/>
                </a:solidFill>
                <a:latin typeface="Inter"/>
                <a:ea typeface="Inter"/>
                <a:cs typeface="Inter"/>
                <a:sym typeface="Inter"/>
              </a:rPr>
              <a:t> de la base de datos de </a:t>
            </a:r>
            <a:br>
              <a:rPr lang="es" sz="1800">
                <a:solidFill>
                  <a:schemeClr val="dk1"/>
                </a:solidFill>
                <a:latin typeface="Inter"/>
                <a:ea typeface="Inter"/>
                <a:cs typeface="Inter"/>
                <a:sym typeface="Inter"/>
              </a:rPr>
            </a:br>
            <a:r>
              <a:rPr lang="es" sz="1800">
                <a:solidFill>
                  <a:schemeClr val="dk1"/>
                </a:solidFill>
                <a:latin typeface="Inter"/>
                <a:ea typeface="Inter"/>
                <a:cs typeface="Inter"/>
                <a:sym typeface="Inter"/>
              </a:rPr>
              <a:t>contraseñas:</a:t>
            </a:r>
            <a:endParaRPr sz="1800">
              <a:solidFill>
                <a:schemeClr val="dk1"/>
              </a:solidFill>
              <a:latin typeface="Inter"/>
              <a:ea typeface="Inter"/>
              <a:cs typeface="Inter"/>
              <a:sym typeface="Inter"/>
            </a:endParaRPr>
          </a:p>
          <a:p>
            <a:pPr indent="457200" lvl="0" marL="457200" rtl="0" algn="l">
              <a:spcBef>
                <a:spcPts val="0"/>
              </a:spcBef>
              <a:spcAft>
                <a:spcPts val="0"/>
              </a:spcAft>
              <a:buNone/>
            </a:pPr>
            <a:r>
              <a:rPr b="1" lang="es" sz="1800">
                <a:solidFill>
                  <a:srgbClr val="E69138"/>
                </a:solidFill>
                <a:latin typeface="Consolas"/>
                <a:ea typeface="Consolas"/>
                <a:cs typeface="Consolas"/>
                <a:sym typeface="Consolas"/>
              </a:rPr>
              <a:t>struct</a:t>
            </a:r>
            <a:r>
              <a:rPr b="1" lang="es" sz="1800">
                <a:solidFill>
                  <a:schemeClr val="dk1"/>
                </a:solidFill>
                <a:latin typeface="Consolas"/>
                <a:ea typeface="Consolas"/>
                <a:cs typeface="Consolas"/>
                <a:sym typeface="Consolas"/>
              </a:rPr>
              <a:t> </a:t>
            </a:r>
            <a:r>
              <a:rPr lang="es" sz="1800">
                <a:solidFill>
                  <a:schemeClr val="dk1"/>
                </a:solidFill>
                <a:latin typeface="Consolas"/>
                <a:ea typeface="Consolas"/>
                <a:cs typeface="Consolas"/>
                <a:sym typeface="Consolas"/>
              </a:rPr>
              <a:t>passwd </a:t>
            </a:r>
            <a:r>
              <a:rPr b="1" lang="es" sz="1800">
                <a:solidFill>
                  <a:schemeClr val="dk1"/>
                </a:solidFill>
                <a:latin typeface="Consolas"/>
                <a:ea typeface="Consolas"/>
                <a:cs typeface="Consolas"/>
                <a:sym typeface="Consolas"/>
              </a:rPr>
              <a:t>*</a:t>
            </a:r>
            <a:r>
              <a:rPr lang="es" sz="1800">
                <a:solidFill>
                  <a:schemeClr val="dk1"/>
                </a:solidFill>
                <a:latin typeface="Consolas"/>
                <a:ea typeface="Consolas"/>
                <a:cs typeface="Consolas"/>
                <a:sym typeface="Consolas"/>
              </a:rPr>
              <a:t>getpwuid(uid_t</a:t>
            </a:r>
            <a:r>
              <a:rPr b="1" lang="es" sz="1800">
                <a:solidFill>
                  <a:schemeClr val="dk1"/>
                </a:solidFill>
                <a:latin typeface="Consolas"/>
                <a:ea typeface="Consolas"/>
                <a:cs typeface="Consolas"/>
                <a:sym typeface="Consolas"/>
              </a:rPr>
              <a:t> </a:t>
            </a:r>
            <a:r>
              <a:rPr lang="es" sz="1800">
                <a:solidFill>
                  <a:schemeClr val="dk1"/>
                </a:solidFill>
                <a:latin typeface="Consolas"/>
                <a:ea typeface="Consolas"/>
                <a:cs typeface="Consolas"/>
                <a:sym typeface="Consolas"/>
              </a:rPr>
              <a:t>uid);</a:t>
            </a:r>
            <a:endParaRPr sz="1800">
              <a:solidFill>
                <a:schemeClr val="dk1"/>
              </a:solidFill>
              <a:latin typeface="Consolas"/>
              <a:ea typeface="Consolas"/>
              <a:cs typeface="Consolas"/>
              <a:sym typeface="Consolas"/>
            </a:endParaRPr>
          </a:p>
          <a:p>
            <a:pPr indent="0" lvl="0" marL="914400" rtl="0" algn="l">
              <a:spcBef>
                <a:spcPts val="1000"/>
              </a:spcBef>
              <a:spcAft>
                <a:spcPts val="0"/>
              </a:spcAft>
              <a:buNone/>
            </a:pPr>
            <a:r>
              <a:rPr b="1" lang="es" sz="1800">
                <a:solidFill>
                  <a:srgbClr val="E69138"/>
                </a:solidFill>
                <a:latin typeface="Consolas"/>
                <a:ea typeface="Consolas"/>
                <a:cs typeface="Consolas"/>
                <a:sym typeface="Consolas"/>
              </a:rPr>
              <a:t>struct</a:t>
            </a:r>
            <a:r>
              <a:rPr b="1" lang="es" sz="1800">
                <a:solidFill>
                  <a:schemeClr val="dk1"/>
                </a:solidFill>
                <a:latin typeface="Consolas"/>
                <a:ea typeface="Consolas"/>
                <a:cs typeface="Consolas"/>
                <a:sym typeface="Consolas"/>
              </a:rPr>
              <a:t> </a:t>
            </a:r>
            <a:r>
              <a:rPr lang="es" sz="1800">
                <a:solidFill>
                  <a:schemeClr val="dk1"/>
                </a:solidFill>
                <a:latin typeface="Consolas"/>
                <a:ea typeface="Consolas"/>
                <a:cs typeface="Consolas"/>
                <a:sym typeface="Consolas"/>
              </a:rPr>
              <a:t>passwd {</a:t>
            </a:r>
            <a:endParaRPr sz="1800">
              <a:solidFill>
                <a:schemeClr val="dk1"/>
              </a:solidFill>
              <a:latin typeface="Consolas"/>
              <a:ea typeface="Consolas"/>
              <a:cs typeface="Consolas"/>
              <a:sym typeface="Consolas"/>
            </a:endParaRPr>
          </a:p>
          <a:p>
            <a:pPr indent="-6350" lvl="0" marL="1390650" rtl="0" algn="l">
              <a:spcBef>
                <a:spcPts val="0"/>
              </a:spcBef>
              <a:spcAft>
                <a:spcPts val="0"/>
              </a:spcAft>
              <a:buNone/>
            </a:pPr>
            <a:r>
              <a:rPr b="1" lang="es" sz="1800">
                <a:solidFill>
                  <a:srgbClr val="E69138"/>
                </a:solidFill>
                <a:latin typeface="Consolas"/>
                <a:ea typeface="Consolas"/>
                <a:cs typeface="Consolas"/>
                <a:sym typeface="Consolas"/>
              </a:rPr>
              <a:t>char</a:t>
            </a:r>
            <a:r>
              <a:rPr b="1" lang="es" sz="1800">
                <a:solidFill>
                  <a:schemeClr val="dk1"/>
                </a:solidFill>
                <a:latin typeface="Consolas"/>
                <a:ea typeface="Consolas"/>
                <a:cs typeface="Consolas"/>
                <a:sym typeface="Consolas"/>
              </a:rPr>
              <a:t>  *</a:t>
            </a:r>
            <a:r>
              <a:rPr lang="es" sz="1800">
                <a:solidFill>
                  <a:schemeClr val="dk1"/>
                </a:solidFill>
                <a:latin typeface="Consolas"/>
                <a:ea typeface="Consolas"/>
                <a:cs typeface="Consolas"/>
                <a:sym typeface="Consolas"/>
              </a:rPr>
              <a:t>pw_name;   </a:t>
            </a:r>
            <a:r>
              <a:rPr i="1" lang="es" sz="1800">
                <a:solidFill>
                  <a:schemeClr val="dk1"/>
                </a:solidFill>
                <a:latin typeface="Consolas"/>
                <a:ea typeface="Consolas"/>
                <a:cs typeface="Consolas"/>
                <a:sym typeface="Consolas"/>
              </a:rPr>
              <a:t>/* Nombre de usuario */</a:t>
            </a:r>
            <a:endParaRPr sz="1800">
              <a:solidFill>
                <a:schemeClr val="dk1"/>
              </a:solidFill>
              <a:latin typeface="Consolas"/>
              <a:ea typeface="Consolas"/>
              <a:cs typeface="Consolas"/>
              <a:sym typeface="Consolas"/>
            </a:endParaRPr>
          </a:p>
          <a:p>
            <a:pPr indent="-6350" lvl="0" marL="1390650" rtl="0" algn="l">
              <a:spcBef>
                <a:spcPts val="0"/>
              </a:spcBef>
              <a:spcAft>
                <a:spcPts val="0"/>
              </a:spcAft>
              <a:buNone/>
            </a:pPr>
            <a:r>
              <a:rPr b="1" lang="es" sz="1800">
                <a:solidFill>
                  <a:srgbClr val="E69138"/>
                </a:solidFill>
                <a:latin typeface="Consolas"/>
                <a:ea typeface="Consolas"/>
                <a:cs typeface="Consolas"/>
                <a:sym typeface="Consolas"/>
              </a:rPr>
              <a:t>char</a:t>
            </a:r>
            <a:r>
              <a:rPr b="1" lang="es" sz="1800">
                <a:solidFill>
                  <a:schemeClr val="dk1"/>
                </a:solidFill>
                <a:latin typeface="Consolas"/>
                <a:ea typeface="Consolas"/>
                <a:cs typeface="Consolas"/>
                <a:sym typeface="Consolas"/>
              </a:rPr>
              <a:t>  *</a:t>
            </a:r>
            <a:r>
              <a:rPr lang="es" sz="1800">
                <a:solidFill>
                  <a:schemeClr val="dk1"/>
                </a:solidFill>
                <a:latin typeface="Consolas"/>
                <a:ea typeface="Consolas"/>
                <a:cs typeface="Consolas"/>
                <a:sym typeface="Consolas"/>
              </a:rPr>
              <a:t>pw_passwd; </a:t>
            </a:r>
            <a:r>
              <a:rPr i="1" lang="es" sz="1800">
                <a:solidFill>
                  <a:schemeClr val="dk1"/>
                </a:solidFill>
                <a:latin typeface="Consolas"/>
                <a:ea typeface="Consolas"/>
                <a:cs typeface="Consolas"/>
                <a:sym typeface="Consolas"/>
              </a:rPr>
              <a:t>/* Contraseña */</a:t>
            </a:r>
            <a:endParaRPr sz="1800">
              <a:solidFill>
                <a:schemeClr val="dk1"/>
              </a:solidFill>
              <a:latin typeface="Consolas"/>
              <a:ea typeface="Consolas"/>
              <a:cs typeface="Consolas"/>
              <a:sym typeface="Consolas"/>
            </a:endParaRPr>
          </a:p>
          <a:p>
            <a:pPr indent="-6350" lvl="0" marL="1390650" rtl="0" algn="l">
              <a:spcBef>
                <a:spcPts val="0"/>
              </a:spcBef>
              <a:spcAft>
                <a:spcPts val="0"/>
              </a:spcAft>
              <a:buNone/>
            </a:pPr>
            <a:r>
              <a:rPr b="1" lang="es" sz="1800">
                <a:solidFill>
                  <a:srgbClr val="E69138"/>
                </a:solidFill>
                <a:latin typeface="Consolas"/>
                <a:ea typeface="Consolas"/>
                <a:cs typeface="Consolas"/>
                <a:sym typeface="Consolas"/>
              </a:rPr>
              <a:t>uid_t</a:t>
            </a:r>
            <a:r>
              <a:rPr b="1" lang="es" sz="1800">
                <a:solidFill>
                  <a:schemeClr val="dk1"/>
                </a:solidFill>
                <a:latin typeface="Consolas"/>
                <a:ea typeface="Consolas"/>
                <a:cs typeface="Consolas"/>
                <a:sym typeface="Consolas"/>
              </a:rPr>
              <a:t>  </a:t>
            </a:r>
            <a:r>
              <a:rPr lang="es" sz="1800">
                <a:solidFill>
                  <a:schemeClr val="dk1"/>
                </a:solidFill>
                <a:latin typeface="Consolas"/>
                <a:ea typeface="Consolas"/>
                <a:cs typeface="Consolas"/>
                <a:sym typeface="Consolas"/>
              </a:rPr>
              <a:t>pw_uid;    </a:t>
            </a:r>
            <a:r>
              <a:rPr i="1" lang="es" sz="1800">
                <a:solidFill>
                  <a:schemeClr val="dk1"/>
                </a:solidFill>
                <a:latin typeface="Consolas"/>
                <a:ea typeface="Consolas"/>
                <a:cs typeface="Consolas"/>
                <a:sym typeface="Consolas"/>
              </a:rPr>
              <a:t>/* Identificador de usuario */</a:t>
            </a:r>
            <a:endParaRPr sz="1800">
              <a:solidFill>
                <a:schemeClr val="dk1"/>
              </a:solidFill>
              <a:latin typeface="Consolas"/>
              <a:ea typeface="Consolas"/>
              <a:cs typeface="Consolas"/>
              <a:sym typeface="Consolas"/>
            </a:endParaRPr>
          </a:p>
          <a:p>
            <a:pPr indent="-6350" lvl="0" marL="1390650" rtl="0" algn="l">
              <a:spcBef>
                <a:spcPts val="0"/>
              </a:spcBef>
              <a:spcAft>
                <a:spcPts val="0"/>
              </a:spcAft>
              <a:buNone/>
            </a:pPr>
            <a:r>
              <a:rPr b="1" lang="es" sz="1800">
                <a:solidFill>
                  <a:srgbClr val="E69138"/>
                </a:solidFill>
                <a:latin typeface="Consolas"/>
                <a:ea typeface="Consolas"/>
                <a:cs typeface="Consolas"/>
                <a:sym typeface="Consolas"/>
              </a:rPr>
              <a:t>gid_t</a:t>
            </a:r>
            <a:r>
              <a:rPr b="1" lang="es" sz="1800">
                <a:solidFill>
                  <a:schemeClr val="dk1"/>
                </a:solidFill>
                <a:latin typeface="Consolas"/>
                <a:ea typeface="Consolas"/>
                <a:cs typeface="Consolas"/>
                <a:sym typeface="Consolas"/>
              </a:rPr>
              <a:t>  </a:t>
            </a:r>
            <a:r>
              <a:rPr lang="es" sz="1800">
                <a:solidFill>
                  <a:schemeClr val="dk1"/>
                </a:solidFill>
                <a:latin typeface="Consolas"/>
                <a:ea typeface="Consolas"/>
                <a:cs typeface="Consolas"/>
                <a:sym typeface="Consolas"/>
              </a:rPr>
              <a:t>pw_gid;    </a:t>
            </a:r>
            <a:r>
              <a:rPr i="1" lang="es" sz="1800">
                <a:solidFill>
                  <a:schemeClr val="dk1"/>
                </a:solidFill>
                <a:latin typeface="Consolas"/>
                <a:ea typeface="Consolas"/>
                <a:cs typeface="Consolas"/>
                <a:sym typeface="Consolas"/>
              </a:rPr>
              <a:t>/* Identificador de grupo */</a:t>
            </a:r>
            <a:endParaRPr sz="1800">
              <a:solidFill>
                <a:schemeClr val="dk1"/>
              </a:solidFill>
              <a:latin typeface="Consolas"/>
              <a:ea typeface="Consolas"/>
              <a:cs typeface="Consolas"/>
              <a:sym typeface="Consolas"/>
            </a:endParaRPr>
          </a:p>
          <a:p>
            <a:pPr indent="-6350" lvl="0" marL="1390650" rtl="0" algn="l">
              <a:spcBef>
                <a:spcPts val="0"/>
              </a:spcBef>
              <a:spcAft>
                <a:spcPts val="0"/>
              </a:spcAft>
              <a:buNone/>
            </a:pPr>
            <a:r>
              <a:rPr b="1" lang="es" sz="1800">
                <a:solidFill>
                  <a:srgbClr val="E69138"/>
                </a:solidFill>
                <a:latin typeface="Consolas"/>
                <a:ea typeface="Consolas"/>
                <a:cs typeface="Consolas"/>
                <a:sym typeface="Consolas"/>
              </a:rPr>
              <a:t>char</a:t>
            </a:r>
            <a:r>
              <a:rPr b="1" lang="es" sz="1800">
                <a:solidFill>
                  <a:schemeClr val="dk1"/>
                </a:solidFill>
                <a:latin typeface="Consolas"/>
                <a:ea typeface="Consolas"/>
                <a:cs typeface="Consolas"/>
                <a:sym typeface="Consolas"/>
              </a:rPr>
              <a:t>  *</a:t>
            </a:r>
            <a:r>
              <a:rPr lang="es" sz="1800">
                <a:solidFill>
                  <a:schemeClr val="dk1"/>
                </a:solidFill>
                <a:latin typeface="Consolas"/>
                <a:ea typeface="Consolas"/>
                <a:cs typeface="Consolas"/>
                <a:sym typeface="Consolas"/>
              </a:rPr>
              <a:t>pw_gecos;  </a:t>
            </a:r>
            <a:r>
              <a:rPr i="1" lang="es" sz="1800">
                <a:solidFill>
                  <a:schemeClr val="dk1"/>
                </a:solidFill>
                <a:latin typeface="Consolas"/>
                <a:ea typeface="Consolas"/>
                <a:cs typeface="Consolas"/>
                <a:sym typeface="Consolas"/>
              </a:rPr>
              <a:t>/* Descripción del usuario */</a:t>
            </a:r>
            <a:endParaRPr sz="1800">
              <a:solidFill>
                <a:schemeClr val="dk1"/>
              </a:solidFill>
              <a:latin typeface="Consolas"/>
              <a:ea typeface="Consolas"/>
              <a:cs typeface="Consolas"/>
              <a:sym typeface="Consolas"/>
            </a:endParaRPr>
          </a:p>
          <a:p>
            <a:pPr indent="-6350" lvl="0" marL="1390650" rtl="0" algn="l">
              <a:spcBef>
                <a:spcPts val="0"/>
              </a:spcBef>
              <a:spcAft>
                <a:spcPts val="0"/>
              </a:spcAft>
              <a:buNone/>
            </a:pPr>
            <a:r>
              <a:rPr b="1" lang="es" sz="1800">
                <a:solidFill>
                  <a:srgbClr val="E69138"/>
                </a:solidFill>
                <a:latin typeface="Consolas"/>
                <a:ea typeface="Consolas"/>
                <a:cs typeface="Consolas"/>
                <a:sym typeface="Consolas"/>
              </a:rPr>
              <a:t>char</a:t>
            </a:r>
            <a:r>
              <a:rPr b="1" lang="es" sz="1800">
                <a:solidFill>
                  <a:schemeClr val="dk1"/>
                </a:solidFill>
                <a:latin typeface="Consolas"/>
                <a:ea typeface="Consolas"/>
                <a:cs typeface="Consolas"/>
                <a:sym typeface="Consolas"/>
              </a:rPr>
              <a:t>  *</a:t>
            </a:r>
            <a:r>
              <a:rPr lang="es" sz="1800">
                <a:solidFill>
                  <a:schemeClr val="dk1"/>
                </a:solidFill>
                <a:latin typeface="Consolas"/>
                <a:ea typeface="Consolas"/>
                <a:cs typeface="Consolas"/>
                <a:sym typeface="Consolas"/>
              </a:rPr>
              <a:t>pw_dir;    </a:t>
            </a:r>
            <a:r>
              <a:rPr i="1" lang="es" sz="1800">
                <a:solidFill>
                  <a:schemeClr val="dk1"/>
                </a:solidFill>
                <a:latin typeface="Consolas"/>
                <a:ea typeface="Consolas"/>
                <a:cs typeface="Consolas"/>
                <a:sym typeface="Consolas"/>
              </a:rPr>
              <a:t>/* Directorio "home" */</a:t>
            </a:r>
            <a:endParaRPr sz="1800">
              <a:solidFill>
                <a:schemeClr val="dk1"/>
              </a:solidFill>
              <a:latin typeface="Consolas"/>
              <a:ea typeface="Consolas"/>
              <a:cs typeface="Consolas"/>
              <a:sym typeface="Consolas"/>
            </a:endParaRPr>
          </a:p>
          <a:p>
            <a:pPr indent="-6350" lvl="0" marL="1390650" rtl="0" algn="l">
              <a:spcBef>
                <a:spcPts val="0"/>
              </a:spcBef>
              <a:spcAft>
                <a:spcPts val="0"/>
              </a:spcAft>
              <a:buNone/>
            </a:pPr>
            <a:r>
              <a:rPr b="1" lang="es" sz="1800">
                <a:solidFill>
                  <a:srgbClr val="E69138"/>
                </a:solidFill>
                <a:latin typeface="Consolas"/>
                <a:ea typeface="Consolas"/>
                <a:cs typeface="Consolas"/>
                <a:sym typeface="Consolas"/>
              </a:rPr>
              <a:t>char</a:t>
            </a:r>
            <a:r>
              <a:rPr b="1" lang="es" sz="1800">
                <a:solidFill>
                  <a:schemeClr val="dk1"/>
                </a:solidFill>
                <a:latin typeface="Consolas"/>
                <a:ea typeface="Consolas"/>
                <a:cs typeface="Consolas"/>
                <a:sym typeface="Consolas"/>
              </a:rPr>
              <a:t>  *</a:t>
            </a:r>
            <a:r>
              <a:rPr lang="es" sz="1800">
                <a:solidFill>
                  <a:schemeClr val="dk1"/>
                </a:solidFill>
                <a:latin typeface="Consolas"/>
                <a:ea typeface="Consolas"/>
                <a:cs typeface="Consolas"/>
                <a:sym typeface="Consolas"/>
              </a:rPr>
              <a:t>pw_shell;  </a:t>
            </a:r>
            <a:r>
              <a:rPr i="1" lang="es" sz="1800">
                <a:solidFill>
                  <a:schemeClr val="dk1"/>
                </a:solidFill>
                <a:latin typeface="Consolas"/>
                <a:ea typeface="Consolas"/>
                <a:cs typeface="Consolas"/>
                <a:sym typeface="Consolas"/>
              </a:rPr>
              <a:t>/* Shell */</a:t>
            </a:r>
            <a:endParaRPr sz="1800">
              <a:solidFill>
                <a:schemeClr val="dk1"/>
              </a:solidFill>
              <a:latin typeface="Consolas"/>
              <a:ea typeface="Consolas"/>
              <a:cs typeface="Consolas"/>
              <a:sym typeface="Consolas"/>
            </a:endParaRPr>
          </a:p>
          <a:p>
            <a:pPr indent="0" lvl="0" marL="914400" rtl="0" algn="l">
              <a:spcBef>
                <a:spcPts val="0"/>
              </a:spcBef>
              <a:spcAft>
                <a:spcPts val="0"/>
              </a:spcAft>
              <a:buNone/>
            </a:pPr>
            <a:r>
              <a:rPr lang="es"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342900" lvl="0" marL="914400" rtl="0" algn="l">
              <a:spcBef>
                <a:spcPts val="1000"/>
              </a:spcBef>
              <a:spcAft>
                <a:spcPts val="0"/>
              </a:spcAft>
              <a:buClr>
                <a:schemeClr val="dk1"/>
              </a:buClr>
              <a:buSzPts val="1800"/>
              <a:buChar char="○"/>
            </a:pPr>
            <a:r>
              <a:rPr lang="es" sz="1800">
                <a:solidFill>
                  <a:schemeClr val="dk1"/>
                </a:solidFill>
              </a:rPr>
              <a:t>Devuelven</a:t>
            </a:r>
            <a:r>
              <a:rPr lang="es" sz="1800">
                <a:solidFill>
                  <a:schemeClr val="dk1"/>
                </a:solidFill>
              </a:rPr>
              <a:t> un puntero a una estructura asignada estáticamente que puede sobreescribirse (hay versiones </a:t>
            </a:r>
            <a:r>
              <a:rPr b="1" lang="es" sz="1800">
                <a:solidFill>
                  <a:srgbClr val="E69138"/>
                </a:solidFill>
              </a:rPr>
              <a:t>reentrantes</a:t>
            </a:r>
            <a:r>
              <a:rPr lang="es" sz="1800">
                <a:solidFill>
                  <a:schemeClr val="dk1"/>
                </a:solidFill>
              </a:rPr>
              <a:t>); y </a:t>
            </a:r>
            <a:r>
              <a:rPr lang="es" sz="1800">
                <a:solidFill>
                  <a:schemeClr val="dk1"/>
                </a:solidFill>
                <a:latin typeface="Consolas"/>
                <a:ea typeface="Consolas"/>
                <a:cs typeface="Consolas"/>
                <a:sym typeface="Consolas"/>
              </a:rPr>
              <a:t>NULL</a:t>
            </a:r>
            <a:r>
              <a:rPr lang="es" sz="1800">
                <a:solidFill>
                  <a:schemeClr val="dk1"/>
                </a:solidFill>
              </a:rPr>
              <a:t> si no se encuentra el usuario o se produce un error (establece </a:t>
            </a:r>
            <a:r>
              <a:rPr lang="es" sz="1800">
                <a:solidFill>
                  <a:schemeClr val="dk1"/>
                </a:solidFill>
                <a:latin typeface="Consolas"/>
                <a:ea typeface="Consolas"/>
                <a:cs typeface="Consolas"/>
                <a:sym typeface="Consolas"/>
              </a:rPr>
              <a:t>errno</a:t>
            </a:r>
            <a:r>
              <a:rPr lang="es" sz="1800">
                <a:solidFill>
                  <a:schemeClr val="dk1"/>
                </a:solidFill>
              </a:rPr>
              <a:t>).</a:t>
            </a:r>
            <a:endParaRPr sz="1800">
              <a:solidFill>
                <a:schemeClr val="dk1"/>
              </a:solidFill>
            </a:endParaRPr>
          </a:p>
          <a:p>
            <a:pPr indent="-342900" lvl="0" marL="457200" rtl="0" algn="l">
              <a:spcBef>
                <a:spcPts val="1000"/>
              </a:spcBef>
              <a:spcAft>
                <a:spcPts val="0"/>
              </a:spcAft>
              <a:buClr>
                <a:schemeClr val="dk1"/>
              </a:buClr>
              <a:buSzPts val="1800"/>
              <a:buChar char="●"/>
            </a:pPr>
            <a:r>
              <a:rPr lang="es" sz="1800">
                <a:solidFill>
                  <a:schemeClr val="dk1"/>
                </a:solidFill>
                <a:latin typeface="Inter"/>
                <a:ea typeface="Inter"/>
                <a:cs typeface="Inter"/>
                <a:sym typeface="Inter"/>
              </a:rPr>
              <a:t>Las contraseñas se almacenan encriptadas en </a:t>
            </a:r>
            <a:r>
              <a:rPr lang="es" sz="1800">
                <a:solidFill>
                  <a:schemeClr val="dk1"/>
                </a:solidFill>
                <a:latin typeface="Courier New"/>
                <a:ea typeface="Courier New"/>
                <a:cs typeface="Courier New"/>
                <a:sym typeface="Courier New"/>
              </a:rPr>
              <a:t>/etc/shadow</a:t>
            </a:r>
            <a:r>
              <a:rPr lang="es" sz="1800">
                <a:solidFill>
                  <a:schemeClr val="dk1"/>
                </a:solidFill>
              </a:rPr>
              <a:t> </a:t>
            </a:r>
            <a:r>
              <a:rPr lang="es" sz="1800">
                <a:solidFill>
                  <a:schemeClr val="dk1"/>
                </a:solidFill>
                <a:latin typeface="Inter"/>
                <a:ea typeface="Inter"/>
                <a:cs typeface="Inter"/>
                <a:sym typeface="Inter"/>
              </a:rPr>
              <a:t>(sólo legible por </a:t>
            </a:r>
            <a:r>
              <a:rPr lang="es" sz="1800">
                <a:solidFill>
                  <a:schemeClr val="dk1"/>
                </a:solidFill>
                <a:latin typeface="Consolas"/>
                <a:ea typeface="Consolas"/>
                <a:cs typeface="Consolas"/>
                <a:sym typeface="Consolas"/>
              </a:rPr>
              <a:t>root</a:t>
            </a:r>
            <a:r>
              <a:rPr lang="es" sz="1800">
                <a:solidFill>
                  <a:schemeClr val="dk1"/>
                </a:solidFill>
                <a:latin typeface="Inter"/>
                <a:ea typeface="Inter"/>
                <a:cs typeface="Inter"/>
                <a:sym typeface="Inter"/>
              </a:rPr>
              <a:t> para evitar ataques) y es necesario utilizar</a:t>
            </a:r>
            <a:r>
              <a:rPr lang="es" sz="1800">
                <a:solidFill>
                  <a:schemeClr val="dk1"/>
                </a:solidFill>
              </a:rPr>
              <a:t> </a:t>
            </a:r>
            <a:r>
              <a:rPr lang="es" sz="1800">
                <a:solidFill>
                  <a:schemeClr val="dk1"/>
                </a:solidFill>
                <a:latin typeface="Consolas"/>
                <a:ea typeface="Consolas"/>
                <a:cs typeface="Consolas"/>
                <a:sym typeface="Consolas"/>
              </a:rPr>
              <a:t>getspnam(3)</a:t>
            </a:r>
            <a:endParaRPr sz="1800">
              <a:latin typeface="Consolas"/>
              <a:ea typeface="Consolas"/>
              <a:cs typeface="Consolas"/>
              <a:sym typeface="Consolas"/>
            </a:endParaRPr>
          </a:p>
        </p:txBody>
      </p:sp>
      <p:sp>
        <p:nvSpPr>
          <p:cNvPr id="508" name="Google Shape;508;p41"/>
          <p:cNvSpPr txBox="1"/>
          <p:nvPr/>
        </p:nvSpPr>
        <p:spPr>
          <a:xfrm>
            <a:off x="6988450" y="838200"/>
            <a:ext cx="2079300" cy="646500"/>
          </a:xfrm>
          <a:prstGeom prst="rect">
            <a:avLst/>
          </a:prstGeom>
          <a:solidFill>
            <a:srgbClr val="F3F3F3"/>
          </a:solidFill>
          <a:ln cap="rnd" cmpd="sng" w="38100">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Courier New"/>
              <a:buNone/>
            </a:pPr>
            <a:r>
              <a:rPr lang="es" sz="1800">
                <a:solidFill>
                  <a:schemeClr val="dk1"/>
                </a:solidFill>
                <a:latin typeface="Consolas"/>
                <a:ea typeface="Consolas"/>
                <a:cs typeface="Consolas"/>
                <a:sym typeface="Consolas"/>
              </a:rPr>
              <a:t>&lt;pwd.h&gt;</a:t>
            </a:r>
            <a:endParaRPr sz="1800">
              <a:solidFill>
                <a:schemeClr val="dk1"/>
              </a:solidFill>
              <a:latin typeface="Consolas"/>
              <a:ea typeface="Consolas"/>
              <a:cs typeface="Consolas"/>
              <a:sym typeface="Consolas"/>
            </a:endParaRPr>
          </a:p>
          <a:p>
            <a:pPr indent="0" lvl="0" marL="0" rtl="0" algn="l">
              <a:spcBef>
                <a:spcPts val="0"/>
              </a:spcBef>
              <a:spcAft>
                <a:spcPts val="0"/>
              </a:spcAft>
              <a:buClr>
                <a:schemeClr val="dk1"/>
              </a:buClr>
              <a:buFont typeface="Courier New"/>
              <a:buNone/>
            </a:pPr>
            <a:r>
              <a:rPr lang="es" sz="1800">
                <a:solidFill>
                  <a:schemeClr val="dk1"/>
                </a:solidFill>
                <a:latin typeface="Consolas"/>
                <a:ea typeface="Consolas"/>
                <a:cs typeface="Consolas"/>
                <a:sym typeface="Consolas"/>
              </a:rPr>
              <a:t>&lt;sys/types.h&gt;</a:t>
            </a:r>
            <a:endParaRPr sz="1800">
              <a:latin typeface="Consolas"/>
              <a:ea typeface="Consolas"/>
              <a:cs typeface="Consolas"/>
              <a:sym typeface="Consola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